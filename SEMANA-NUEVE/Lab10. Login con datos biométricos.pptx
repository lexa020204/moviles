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9"/>
  </p:notesMasterIdLst>
  <p:sldIdLst>
    <p:sldId id="371" r:id="rId5"/>
    <p:sldId id="373" r:id="rId6"/>
    <p:sldId id="374" r:id="rId7"/>
    <p:sldId id="258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AE6997-1208-4B08-B891-F76A8D65A861}" v="5" dt="2023-03-21T20:03:03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03" autoAdjust="0"/>
    <p:restoredTop sz="96284" autoAdjust="0"/>
  </p:normalViewPr>
  <p:slideViewPr>
    <p:cSldViewPr snapToGrid="0" snapToObjects="1">
      <p:cViewPr varScale="1">
        <p:scale>
          <a:sx n="193" d="100"/>
          <a:sy n="193" d="100"/>
        </p:scale>
        <p:origin x="3048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do Alí Díaz Gómez" userId="7be0f7cc16a5f5a1" providerId="LiveId" clId="{A4D40596-1722-4BF3-9910-42811ED880FA}"/>
    <pc:docChg chg="undo redo custSel addSld delSld modSld">
      <pc:chgData name="Audo Alí Díaz Gómez" userId="7be0f7cc16a5f5a1" providerId="LiveId" clId="{A4D40596-1722-4BF3-9910-42811ED880FA}" dt="2023-02-13T12:12:11.815" v="1032" actId="20577"/>
      <pc:docMkLst>
        <pc:docMk/>
      </pc:docMkLst>
      <pc:sldChg chg="delSp modSp mod">
        <pc:chgData name="Audo Alí Díaz Gómez" userId="7be0f7cc16a5f5a1" providerId="LiveId" clId="{A4D40596-1722-4BF3-9910-42811ED880FA}" dt="2023-02-13T11:54:04.866" v="655" actId="6549"/>
        <pc:sldMkLst>
          <pc:docMk/>
          <pc:sldMk cId="1913357527" sldId="259"/>
        </pc:sldMkLst>
        <pc:spChg chg="mod">
          <ac:chgData name="Audo Alí Díaz Gómez" userId="7be0f7cc16a5f5a1" providerId="LiveId" clId="{A4D40596-1722-4BF3-9910-42811ED880FA}" dt="2023-02-13T11:35:51.506" v="15" actId="20577"/>
          <ac:spMkLst>
            <pc:docMk/>
            <pc:sldMk cId="1913357527" sldId="259"/>
            <ac:spMk id="2" creationId="{F3038A3E-D4FF-F048-996C-39F969F7EED4}"/>
          </ac:spMkLst>
        </pc:spChg>
        <pc:spChg chg="mod">
          <ac:chgData name="Audo Alí Díaz Gómez" userId="7be0f7cc16a5f5a1" providerId="LiveId" clId="{A4D40596-1722-4BF3-9910-42811ED880FA}" dt="2023-02-13T11:54:04.866" v="655" actId="6549"/>
          <ac:spMkLst>
            <pc:docMk/>
            <pc:sldMk cId="1913357527" sldId="259"/>
            <ac:spMk id="3" creationId="{B0A4CB58-67A4-E04F-8046-8E43D0DF01CA}"/>
          </ac:spMkLst>
        </pc:spChg>
        <pc:spChg chg="del">
          <ac:chgData name="Audo Alí Díaz Gómez" userId="7be0f7cc16a5f5a1" providerId="LiveId" clId="{A4D40596-1722-4BF3-9910-42811ED880FA}" dt="2023-02-13T11:41:31.239" v="16" actId="21"/>
          <ac:spMkLst>
            <pc:docMk/>
            <pc:sldMk cId="1913357527" sldId="259"/>
            <ac:spMk id="5" creationId="{C0081586-1B92-60FF-1DF8-DA0C78A9FAF1}"/>
          </ac:spMkLst>
        </pc:spChg>
        <pc:spChg chg="del">
          <ac:chgData name="Audo Alí Díaz Gómez" userId="7be0f7cc16a5f5a1" providerId="LiveId" clId="{A4D40596-1722-4BF3-9910-42811ED880FA}" dt="2023-02-13T11:41:31.239" v="16" actId="21"/>
          <ac:spMkLst>
            <pc:docMk/>
            <pc:sldMk cId="1913357527" sldId="259"/>
            <ac:spMk id="6" creationId="{F63EBB59-BD03-4508-9335-F596B637453F}"/>
          </ac:spMkLst>
        </pc:spChg>
        <pc:spChg chg="del">
          <ac:chgData name="Audo Alí Díaz Gómez" userId="7be0f7cc16a5f5a1" providerId="LiveId" clId="{A4D40596-1722-4BF3-9910-42811ED880FA}" dt="2023-02-13T11:41:31.239" v="16" actId="21"/>
          <ac:spMkLst>
            <pc:docMk/>
            <pc:sldMk cId="1913357527" sldId="259"/>
            <ac:spMk id="7" creationId="{84EB52AA-CB0A-F25D-95CB-29D7EA4ABB66}"/>
          </ac:spMkLst>
        </pc:spChg>
        <pc:spChg chg="del">
          <ac:chgData name="Audo Alí Díaz Gómez" userId="7be0f7cc16a5f5a1" providerId="LiveId" clId="{A4D40596-1722-4BF3-9910-42811ED880FA}" dt="2023-02-13T11:41:31.239" v="16" actId="21"/>
          <ac:spMkLst>
            <pc:docMk/>
            <pc:sldMk cId="1913357527" sldId="259"/>
            <ac:spMk id="9" creationId="{57420DAE-8443-45CD-8000-6BC9AA220670}"/>
          </ac:spMkLst>
        </pc:spChg>
        <pc:spChg chg="del">
          <ac:chgData name="Audo Alí Díaz Gómez" userId="7be0f7cc16a5f5a1" providerId="LiveId" clId="{A4D40596-1722-4BF3-9910-42811ED880FA}" dt="2023-02-13T11:41:31.239" v="16" actId="21"/>
          <ac:spMkLst>
            <pc:docMk/>
            <pc:sldMk cId="1913357527" sldId="259"/>
            <ac:spMk id="10" creationId="{7F6850C8-A911-F60B-3CAD-4FAA5CF8F512}"/>
          </ac:spMkLst>
        </pc:spChg>
        <pc:spChg chg="del">
          <ac:chgData name="Audo Alí Díaz Gómez" userId="7be0f7cc16a5f5a1" providerId="LiveId" clId="{A4D40596-1722-4BF3-9910-42811ED880FA}" dt="2023-02-13T11:41:31.239" v="16" actId="21"/>
          <ac:spMkLst>
            <pc:docMk/>
            <pc:sldMk cId="1913357527" sldId="259"/>
            <ac:spMk id="11" creationId="{EC4E4BD7-D556-B0C0-0B15-F0EB0BCA163B}"/>
          </ac:spMkLst>
        </pc:spChg>
        <pc:spChg chg="del">
          <ac:chgData name="Audo Alí Díaz Gómez" userId="7be0f7cc16a5f5a1" providerId="LiveId" clId="{A4D40596-1722-4BF3-9910-42811ED880FA}" dt="2023-02-13T11:41:31.239" v="16" actId="21"/>
          <ac:spMkLst>
            <pc:docMk/>
            <pc:sldMk cId="1913357527" sldId="259"/>
            <ac:spMk id="26" creationId="{45B6B984-23A7-EE3C-5B96-EACACAB3ACF6}"/>
          </ac:spMkLst>
        </pc:spChg>
        <pc:spChg chg="del">
          <ac:chgData name="Audo Alí Díaz Gómez" userId="7be0f7cc16a5f5a1" providerId="LiveId" clId="{A4D40596-1722-4BF3-9910-42811ED880FA}" dt="2023-02-13T11:41:31.239" v="16" actId="21"/>
          <ac:spMkLst>
            <pc:docMk/>
            <pc:sldMk cId="1913357527" sldId="259"/>
            <ac:spMk id="54" creationId="{22752772-520B-D445-280F-0EFB1C4F3024}"/>
          </ac:spMkLst>
        </pc:spChg>
        <pc:spChg chg="del">
          <ac:chgData name="Audo Alí Díaz Gómez" userId="7be0f7cc16a5f5a1" providerId="LiveId" clId="{A4D40596-1722-4BF3-9910-42811ED880FA}" dt="2023-02-13T11:41:31.239" v="16" actId="21"/>
          <ac:spMkLst>
            <pc:docMk/>
            <pc:sldMk cId="1913357527" sldId="259"/>
            <ac:spMk id="55" creationId="{81BD68AC-1BC5-5D8C-CB10-DBBEB03D7E47}"/>
          </ac:spMkLst>
        </pc:spChg>
        <pc:spChg chg="del">
          <ac:chgData name="Audo Alí Díaz Gómez" userId="7be0f7cc16a5f5a1" providerId="LiveId" clId="{A4D40596-1722-4BF3-9910-42811ED880FA}" dt="2023-02-13T11:41:31.239" v="16" actId="21"/>
          <ac:spMkLst>
            <pc:docMk/>
            <pc:sldMk cId="1913357527" sldId="259"/>
            <ac:spMk id="56" creationId="{C9382406-C63D-4C21-1C5D-69CE35720B66}"/>
          </ac:spMkLst>
        </pc:spChg>
        <pc:spChg chg="del">
          <ac:chgData name="Audo Alí Díaz Gómez" userId="7be0f7cc16a5f5a1" providerId="LiveId" clId="{A4D40596-1722-4BF3-9910-42811ED880FA}" dt="2023-02-13T11:41:31.239" v="16" actId="21"/>
          <ac:spMkLst>
            <pc:docMk/>
            <pc:sldMk cId="1913357527" sldId="259"/>
            <ac:spMk id="57" creationId="{E0C5F695-3CE0-EECA-1354-5C161F349084}"/>
          </ac:spMkLst>
        </pc:spChg>
        <pc:spChg chg="del">
          <ac:chgData name="Audo Alí Díaz Gómez" userId="7be0f7cc16a5f5a1" providerId="LiveId" clId="{A4D40596-1722-4BF3-9910-42811ED880FA}" dt="2023-02-13T11:41:31.239" v="16" actId="21"/>
          <ac:spMkLst>
            <pc:docMk/>
            <pc:sldMk cId="1913357527" sldId="259"/>
            <ac:spMk id="58" creationId="{1D2F84A2-B1AE-C149-F3C6-F9CC50E96368}"/>
          </ac:spMkLst>
        </pc:spChg>
        <pc:spChg chg="del">
          <ac:chgData name="Audo Alí Díaz Gómez" userId="7be0f7cc16a5f5a1" providerId="LiveId" clId="{A4D40596-1722-4BF3-9910-42811ED880FA}" dt="2023-02-13T11:41:31.239" v="16" actId="21"/>
          <ac:spMkLst>
            <pc:docMk/>
            <pc:sldMk cId="1913357527" sldId="259"/>
            <ac:spMk id="59" creationId="{5AF75EFE-8F2D-5261-5D84-F31CD90F30B4}"/>
          </ac:spMkLst>
        </pc:spChg>
        <pc:spChg chg="del">
          <ac:chgData name="Audo Alí Díaz Gómez" userId="7be0f7cc16a5f5a1" providerId="LiveId" clId="{A4D40596-1722-4BF3-9910-42811ED880FA}" dt="2023-02-13T11:41:31.239" v="16" actId="21"/>
          <ac:spMkLst>
            <pc:docMk/>
            <pc:sldMk cId="1913357527" sldId="259"/>
            <ac:spMk id="60" creationId="{F1253E14-C74B-7832-D1DB-8CF357688F65}"/>
          </ac:spMkLst>
        </pc:spChg>
        <pc:spChg chg="del">
          <ac:chgData name="Audo Alí Díaz Gómez" userId="7be0f7cc16a5f5a1" providerId="LiveId" clId="{A4D40596-1722-4BF3-9910-42811ED880FA}" dt="2023-02-13T11:41:31.239" v="16" actId="21"/>
          <ac:spMkLst>
            <pc:docMk/>
            <pc:sldMk cId="1913357527" sldId="259"/>
            <ac:spMk id="61" creationId="{C267EEB7-DBC7-F17E-B3F9-752716DA5C47}"/>
          </ac:spMkLst>
        </pc:spChg>
        <pc:spChg chg="del">
          <ac:chgData name="Audo Alí Díaz Gómez" userId="7be0f7cc16a5f5a1" providerId="LiveId" clId="{A4D40596-1722-4BF3-9910-42811ED880FA}" dt="2023-02-13T11:41:31.239" v="16" actId="21"/>
          <ac:spMkLst>
            <pc:docMk/>
            <pc:sldMk cId="1913357527" sldId="259"/>
            <ac:spMk id="62" creationId="{8A8AC059-6E0C-7DA6-8BFB-8B3E6436FC30}"/>
          </ac:spMkLst>
        </pc:spChg>
        <pc:spChg chg="del">
          <ac:chgData name="Audo Alí Díaz Gómez" userId="7be0f7cc16a5f5a1" providerId="LiveId" clId="{A4D40596-1722-4BF3-9910-42811ED880FA}" dt="2023-02-13T11:41:31.239" v="16" actId="21"/>
          <ac:spMkLst>
            <pc:docMk/>
            <pc:sldMk cId="1913357527" sldId="259"/>
            <ac:spMk id="63" creationId="{F0ED562B-BE19-032B-FBC8-52719ED441D9}"/>
          </ac:spMkLst>
        </pc:spChg>
        <pc:spChg chg="del">
          <ac:chgData name="Audo Alí Díaz Gómez" userId="7be0f7cc16a5f5a1" providerId="LiveId" clId="{A4D40596-1722-4BF3-9910-42811ED880FA}" dt="2023-02-13T11:41:31.239" v="16" actId="21"/>
          <ac:spMkLst>
            <pc:docMk/>
            <pc:sldMk cId="1913357527" sldId="259"/>
            <ac:spMk id="64" creationId="{5DF5288B-9DF4-C06B-07E9-22B3BB2D64DD}"/>
          </ac:spMkLst>
        </pc:spChg>
        <pc:spChg chg="del">
          <ac:chgData name="Audo Alí Díaz Gómez" userId="7be0f7cc16a5f5a1" providerId="LiveId" clId="{A4D40596-1722-4BF3-9910-42811ED880FA}" dt="2023-02-13T11:41:31.239" v="16" actId="21"/>
          <ac:spMkLst>
            <pc:docMk/>
            <pc:sldMk cId="1913357527" sldId="259"/>
            <ac:spMk id="65" creationId="{9A7F9377-2FE1-B964-5200-5900C753B651}"/>
          </ac:spMkLst>
        </pc:spChg>
        <pc:cxnChg chg="del">
          <ac:chgData name="Audo Alí Díaz Gómez" userId="7be0f7cc16a5f5a1" providerId="LiveId" clId="{A4D40596-1722-4BF3-9910-42811ED880FA}" dt="2023-02-13T11:41:33.183" v="18" actId="21"/>
          <ac:cxnSpMkLst>
            <pc:docMk/>
            <pc:sldMk cId="1913357527" sldId="259"/>
            <ac:cxnSpMk id="8" creationId="{90C0F323-C9D9-68BF-7852-B746602FBDC7}"/>
          </ac:cxnSpMkLst>
        </pc:cxnChg>
        <pc:cxnChg chg="del">
          <ac:chgData name="Audo Alí Díaz Gómez" userId="7be0f7cc16a5f5a1" providerId="LiveId" clId="{A4D40596-1722-4BF3-9910-42811ED880FA}" dt="2023-02-13T11:41:32.405" v="17" actId="21"/>
          <ac:cxnSpMkLst>
            <pc:docMk/>
            <pc:sldMk cId="1913357527" sldId="259"/>
            <ac:cxnSpMk id="14" creationId="{79C69E9F-3D09-05E8-EE44-F4F9170ABE5C}"/>
          </ac:cxnSpMkLst>
        </pc:cxnChg>
        <pc:cxnChg chg="del">
          <ac:chgData name="Audo Alí Díaz Gómez" userId="7be0f7cc16a5f5a1" providerId="LiveId" clId="{A4D40596-1722-4BF3-9910-42811ED880FA}" dt="2023-02-13T11:41:32.405" v="17" actId="21"/>
          <ac:cxnSpMkLst>
            <pc:docMk/>
            <pc:sldMk cId="1913357527" sldId="259"/>
            <ac:cxnSpMk id="28" creationId="{7D550AC7-0425-4A65-3BCE-B716EA0A0898}"/>
          </ac:cxnSpMkLst>
        </pc:cxnChg>
        <pc:cxnChg chg="del">
          <ac:chgData name="Audo Alí Díaz Gómez" userId="7be0f7cc16a5f5a1" providerId="LiveId" clId="{A4D40596-1722-4BF3-9910-42811ED880FA}" dt="2023-02-13T11:41:32.405" v="17" actId="21"/>
          <ac:cxnSpMkLst>
            <pc:docMk/>
            <pc:sldMk cId="1913357527" sldId="259"/>
            <ac:cxnSpMk id="30" creationId="{4404F9F0-EBF0-97B7-6B55-96EC169224E3}"/>
          </ac:cxnSpMkLst>
        </pc:cxnChg>
        <pc:cxnChg chg="del">
          <ac:chgData name="Audo Alí Díaz Gómez" userId="7be0f7cc16a5f5a1" providerId="LiveId" clId="{A4D40596-1722-4BF3-9910-42811ED880FA}" dt="2023-02-13T11:41:32.405" v="17" actId="21"/>
          <ac:cxnSpMkLst>
            <pc:docMk/>
            <pc:sldMk cId="1913357527" sldId="259"/>
            <ac:cxnSpMk id="34" creationId="{C234339F-0073-A319-A962-6739C3D250F6}"/>
          </ac:cxnSpMkLst>
        </pc:cxnChg>
      </pc:sldChg>
      <pc:sldChg chg="del">
        <pc:chgData name="Audo Alí Díaz Gómez" userId="7be0f7cc16a5f5a1" providerId="LiveId" clId="{A4D40596-1722-4BF3-9910-42811ED880FA}" dt="2023-02-13T11:54:12.920" v="656" actId="2696"/>
        <pc:sldMkLst>
          <pc:docMk/>
          <pc:sldMk cId="866080517" sldId="372"/>
        </pc:sldMkLst>
      </pc:sldChg>
      <pc:sldChg chg="addSp delSp modSp add mod">
        <pc:chgData name="Audo Alí Díaz Gómez" userId="7be0f7cc16a5f5a1" providerId="LiveId" clId="{A4D40596-1722-4BF3-9910-42811ED880FA}" dt="2023-02-13T11:56:28.634" v="673" actId="14100"/>
        <pc:sldMkLst>
          <pc:docMk/>
          <pc:sldMk cId="4148931585" sldId="372"/>
        </pc:sldMkLst>
        <pc:spChg chg="mod">
          <ac:chgData name="Audo Alí Díaz Gómez" userId="7be0f7cc16a5f5a1" providerId="LiveId" clId="{A4D40596-1722-4BF3-9910-42811ED880FA}" dt="2023-02-13T11:56:24.714" v="667" actId="14100"/>
          <ac:spMkLst>
            <pc:docMk/>
            <pc:sldMk cId="4148931585" sldId="372"/>
            <ac:spMk id="3" creationId="{B0A4CB58-67A4-E04F-8046-8E43D0DF01CA}"/>
          </ac:spMkLst>
        </pc:spChg>
        <pc:spChg chg="add del">
          <ac:chgData name="Audo Alí Díaz Gómez" userId="7be0f7cc16a5f5a1" providerId="LiveId" clId="{A4D40596-1722-4BF3-9910-42811ED880FA}" dt="2023-02-13T11:56:02.542" v="661" actId="22"/>
          <ac:spMkLst>
            <pc:docMk/>
            <pc:sldMk cId="4148931585" sldId="372"/>
            <ac:spMk id="5" creationId="{D59478A4-07A1-E27E-EE53-A7F51A0DE6A0}"/>
          </ac:spMkLst>
        </pc:spChg>
        <pc:picChg chg="add mod">
          <ac:chgData name="Audo Alí Díaz Gómez" userId="7be0f7cc16a5f5a1" providerId="LiveId" clId="{A4D40596-1722-4BF3-9910-42811ED880FA}" dt="2023-02-13T11:56:28.634" v="673" actId="14100"/>
          <ac:picMkLst>
            <pc:docMk/>
            <pc:sldMk cId="4148931585" sldId="372"/>
            <ac:picMk id="1026" creationId="{C6F6C1B2-5DEA-189B-8D09-7430D6B784A3}"/>
          </ac:picMkLst>
        </pc:picChg>
      </pc:sldChg>
      <pc:sldChg chg="modSp add mod">
        <pc:chgData name="Audo Alí Díaz Gómez" userId="7be0f7cc16a5f5a1" providerId="LiveId" clId="{A4D40596-1722-4BF3-9910-42811ED880FA}" dt="2023-02-13T12:10:46.258" v="985" actId="255"/>
        <pc:sldMkLst>
          <pc:docMk/>
          <pc:sldMk cId="1457816534" sldId="373"/>
        </pc:sldMkLst>
        <pc:spChg chg="mod">
          <ac:chgData name="Audo Alí Díaz Gómez" userId="7be0f7cc16a5f5a1" providerId="LiveId" clId="{A4D40596-1722-4BF3-9910-42811ED880FA}" dt="2023-02-13T12:10:46.258" v="985" actId="255"/>
          <ac:spMkLst>
            <pc:docMk/>
            <pc:sldMk cId="1457816534" sldId="373"/>
            <ac:spMk id="3" creationId="{B0A4CB58-67A4-E04F-8046-8E43D0DF01CA}"/>
          </ac:spMkLst>
        </pc:spChg>
      </pc:sldChg>
      <pc:sldChg chg="del">
        <pc:chgData name="Audo Alí Díaz Gómez" userId="7be0f7cc16a5f5a1" providerId="LiveId" clId="{A4D40596-1722-4BF3-9910-42811ED880FA}" dt="2023-02-13T11:54:12.920" v="656" actId="2696"/>
        <pc:sldMkLst>
          <pc:docMk/>
          <pc:sldMk cId="1897437792" sldId="373"/>
        </pc:sldMkLst>
      </pc:sldChg>
      <pc:sldChg chg="add">
        <pc:chgData name="Audo Alí Díaz Gómez" userId="7be0f7cc16a5f5a1" providerId="LiveId" clId="{A4D40596-1722-4BF3-9910-42811ED880FA}" dt="2023-02-13T12:02:13.593" v="776"/>
        <pc:sldMkLst>
          <pc:docMk/>
          <pc:sldMk cId="3805340824" sldId="374"/>
        </pc:sldMkLst>
      </pc:sldChg>
      <pc:sldChg chg="modSp add mod">
        <pc:chgData name="Audo Alí Díaz Gómez" userId="7be0f7cc16a5f5a1" providerId="LiveId" clId="{A4D40596-1722-4BF3-9910-42811ED880FA}" dt="2023-02-13T12:12:11.815" v="1032" actId="20577"/>
        <pc:sldMkLst>
          <pc:docMk/>
          <pc:sldMk cId="2829214753" sldId="375"/>
        </pc:sldMkLst>
        <pc:spChg chg="mod">
          <ac:chgData name="Audo Alí Díaz Gómez" userId="7be0f7cc16a5f5a1" providerId="LiveId" clId="{A4D40596-1722-4BF3-9910-42811ED880FA}" dt="2023-02-13T12:12:11.815" v="1032" actId="20577"/>
          <ac:spMkLst>
            <pc:docMk/>
            <pc:sldMk cId="2829214753" sldId="375"/>
            <ac:spMk id="3" creationId="{B0A4CB58-67A4-E04F-8046-8E43D0DF01CA}"/>
          </ac:spMkLst>
        </pc:spChg>
      </pc:sldChg>
    </pc:docChg>
  </pc:docChgLst>
  <pc:docChgLst>
    <pc:chgData name="Audo Alí Díaz Gómez" userId="7be0f7cc16a5f5a1" providerId="LiveId" clId="{D2116F55-C8F5-43D9-B32D-155BA52E2F30}"/>
    <pc:docChg chg="undo custSel delSld modSld">
      <pc:chgData name="Audo Alí Díaz Gómez" userId="7be0f7cc16a5f5a1" providerId="LiveId" clId="{D2116F55-C8F5-43D9-B32D-155BA52E2F30}" dt="2023-01-31T21:07:33.238" v="155" actId="1076"/>
      <pc:docMkLst>
        <pc:docMk/>
      </pc:docMkLst>
      <pc:sldChg chg="addSp delSp modSp mod modClrScheme chgLayout">
        <pc:chgData name="Audo Alí Díaz Gómez" userId="7be0f7cc16a5f5a1" providerId="LiveId" clId="{D2116F55-C8F5-43D9-B32D-155BA52E2F30}" dt="2023-01-31T21:07:33.238" v="155" actId="1076"/>
        <pc:sldMkLst>
          <pc:docMk/>
          <pc:sldMk cId="1913357527" sldId="259"/>
        </pc:sldMkLst>
        <pc:spChg chg="mod ord">
          <ac:chgData name="Audo Alí Díaz Gómez" userId="7be0f7cc16a5f5a1" providerId="LiveId" clId="{D2116F55-C8F5-43D9-B32D-155BA52E2F30}" dt="2023-01-31T21:00:19.556" v="62" actId="14100"/>
          <ac:spMkLst>
            <pc:docMk/>
            <pc:sldMk cId="1913357527" sldId="259"/>
            <ac:spMk id="2" creationId="{F3038A3E-D4FF-F048-996C-39F969F7EED4}"/>
          </ac:spMkLst>
        </pc:spChg>
        <pc:spChg chg="mod ord">
          <ac:chgData name="Audo Alí Díaz Gómez" userId="7be0f7cc16a5f5a1" providerId="LiveId" clId="{D2116F55-C8F5-43D9-B32D-155BA52E2F30}" dt="2023-01-31T21:07:21.879" v="153" actId="14100"/>
          <ac:spMkLst>
            <pc:docMk/>
            <pc:sldMk cId="1913357527" sldId="259"/>
            <ac:spMk id="3" creationId="{B0A4CB58-67A4-E04F-8046-8E43D0DF01CA}"/>
          </ac:spMkLst>
        </pc:spChg>
        <pc:spChg chg="add del mod">
          <ac:chgData name="Audo Alí Díaz Gómez" userId="7be0f7cc16a5f5a1" providerId="LiveId" clId="{D2116F55-C8F5-43D9-B32D-155BA52E2F30}" dt="2023-01-31T20:59:50.970" v="19" actId="21"/>
          <ac:spMkLst>
            <pc:docMk/>
            <pc:sldMk cId="1913357527" sldId="259"/>
            <ac:spMk id="4" creationId="{DF50113D-F796-341F-EE7A-91E54D5C0D8F}"/>
          </ac:spMkLst>
        </pc:spChg>
        <pc:spChg chg="add mod">
          <ac:chgData name="Audo Alí Díaz Gómez" userId="7be0f7cc16a5f5a1" providerId="LiveId" clId="{D2116F55-C8F5-43D9-B32D-155BA52E2F30}" dt="2023-01-31T21:07:33.238" v="155" actId="1076"/>
          <ac:spMkLst>
            <pc:docMk/>
            <pc:sldMk cId="1913357527" sldId="259"/>
            <ac:spMk id="5" creationId="{C0081586-1B92-60FF-1DF8-DA0C78A9FAF1}"/>
          </ac:spMkLst>
        </pc:spChg>
        <pc:spChg chg="mod">
          <ac:chgData name="Audo Alí Díaz Gómez" userId="7be0f7cc16a5f5a1" providerId="LiveId" clId="{D2116F55-C8F5-43D9-B32D-155BA52E2F30}" dt="2023-01-31T21:07:33.238" v="155" actId="1076"/>
          <ac:spMkLst>
            <pc:docMk/>
            <pc:sldMk cId="1913357527" sldId="259"/>
            <ac:spMk id="6" creationId="{F63EBB59-BD03-4508-9335-F596B637453F}"/>
          </ac:spMkLst>
        </pc:spChg>
        <pc:spChg chg="add mod">
          <ac:chgData name="Audo Alí Díaz Gómez" userId="7be0f7cc16a5f5a1" providerId="LiveId" clId="{D2116F55-C8F5-43D9-B32D-155BA52E2F30}" dt="2023-01-31T21:07:33.238" v="155" actId="1076"/>
          <ac:spMkLst>
            <pc:docMk/>
            <pc:sldMk cId="1913357527" sldId="259"/>
            <ac:spMk id="7" creationId="{84EB52AA-CB0A-F25D-95CB-29D7EA4ABB66}"/>
          </ac:spMkLst>
        </pc:spChg>
        <pc:spChg chg="mod">
          <ac:chgData name="Audo Alí Díaz Gómez" userId="7be0f7cc16a5f5a1" providerId="LiveId" clId="{D2116F55-C8F5-43D9-B32D-155BA52E2F30}" dt="2023-01-31T21:07:33.238" v="155" actId="1076"/>
          <ac:spMkLst>
            <pc:docMk/>
            <pc:sldMk cId="1913357527" sldId="259"/>
            <ac:spMk id="9" creationId="{57420DAE-8443-45CD-8000-6BC9AA220670}"/>
          </ac:spMkLst>
        </pc:spChg>
        <pc:spChg chg="add mod">
          <ac:chgData name="Audo Alí Díaz Gómez" userId="7be0f7cc16a5f5a1" providerId="LiveId" clId="{D2116F55-C8F5-43D9-B32D-155BA52E2F30}" dt="2023-01-31T21:07:33.238" v="155" actId="1076"/>
          <ac:spMkLst>
            <pc:docMk/>
            <pc:sldMk cId="1913357527" sldId="259"/>
            <ac:spMk id="10" creationId="{7F6850C8-A911-F60B-3CAD-4FAA5CF8F512}"/>
          </ac:spMkLst>
        </pc:spChg>
        <pc:spChg chg="add mod">
          <ac:chgData name="Audo Alí Díaz Gómez" userId="7be0f7cc16a5f5a1" providerId="LiveId" clId="{D2116F55-C8F5-43D9-B32D-155BA52E2F30}" dt="2023-01-31T21:07:33.238" v="155" actId="1076"/>
          <ac:spMkLst>
            <pc:docMk/>
            <pc:sldMk cId="1913357527" sldId="259"/>
            <ac:spMk id="11" creationId="{EC4E4BD7-D556-B0C0-0B15-F0EB0BCA163B}"/>
          </ac:spMkLst>
        </pc:spChg>
        <pc:spChg chg="add mod">
          <ac:chgData name="Audo Alí Díaz Gómez" userId="7be0f7cc16a5f5a1" providerId="LiveId" clId="{D2116F55-C8F5-43D9-B32D-155BA52E2F30}" dt="2023-01-31T21:07:33.238" v="155" actId="1076"/>
          <ac:spMkLst>
            <pc:docMk/>
            <pc:sldMk cId="1913357527" sldId="259"/>
            <ac:spMk id="12" creationId="{31D896D9-6F32-646D-B4CF-EF55443C6EA7}"/>
          </ac:spMkLst>
        </pc:spChg>
        <pc:spChg chg="add mod">
          <ac:chgData name="Audo Alí Díaz Gómez" userId="7be0f7cc16a5f5a1" providerId="LiveId" clId="{D2116F55-C8F5-43D9-B32D-155BA52E2F30}" dt="2023-01-31T21:07:33.238" v="155" actId="1076"/>
          <ac:spMkLst>
            <pc:docMk/>
            <pc:sldMk cId="1913357527" sldId="259"/>
            <ac:spMk id="13" creationId="{1810D820-2F42-72ED-01E1-5FAAF8D2AFFD}"/>
          </ac:spMkLst>
        </pc:spChg>
        <pc:spChg chg="add mod">
          <ac:chgData name="Audo Alí Díaz Gómez" userId="7be0f7cc16a5f5a1" providerId="LiveId" clId="{D2116F55-C8F5-43D9-B32D-155BA52E2F30}" dt="2023-01-31T21:07:33.238" v="155" actId="1076"/>
          <ac:spMkLst>
            <pc:docMk/>
            <pc:sldMk cId="1913357527" sldId="259"/>
            <ac:spMk id="15" creationId="{0936A656-1D26-AABA-AF82-FC5F24839494}"/>
          </ac:spMkLst>
        </pc:spChg>
        <pc:spChg chg="add mod">
          <ac:chgData name="Audo Alí Díaz Gómez" userId="7be0f7cc16a5f5a1" providerId="LiveId" clId="{D2116F55-C8F5-43D9-B32D-155BA52E2F30}" dt="2023-01-31T21:07:33.238" v="155" actId="1076"/>
          <ac:spMkLst>
            <pc:docMk/>
            <pc:sldMk cId="1913357527" sldId="259"/>
            <ac:spMk id="16" creationId="{8F0FE6C2-D276-50A6-EB87-8D908D9334F0}"/>
          </ac:spMkLst>
        </pc:spChg>
        <pc:spChg chg="add mod">
          <ac:chgData name="Audo Alí Díaz Gómez" userId="7be0f7cc16a5f5a1" providerId="LiveId" clId="{D2116F55-C8F5-43D9-B32D-155BA52E2F30}" dt="2023-01-31T21:07:33.238" v="155" actId="1076"/>
          <ac:spMkLst>
            <pc:docMk/>
            <pc:sldMk cId="1913357527" sldId="259"/>
            <ac:spMk id="17" creationId="{74E2A7B5-EEFD-5F92-A704-5CD9A8B4D159}"/>
          </ac:spMkLst>
        </pc:spChg>
        <pc:spChg chg="add mod">
          <ac:chgData name="Audo Alí Díaz Gómez" userId="7be0f7cc16a5f5a1" providerId="LiveId" clId="{D2116F55-C8F5-43D9-B32D-155BA52E2F30}" dt="2023-01-31T21:07:33.238" v="155" actId="1076"/>
          <ac:spMkLst>
            <pc:docMk/>
            <pc:sldMk cId="1913357527" sldId="259"/>
            <ac:spMk id="18" creationId="{715D85E1-327E-AAB5-B6D5-17E380052A2D}"/>
          </ac:spMkLst>
        </pc:spChg>
        <pc:spChg chg="add mod">
          <ac:chgData name="Audo Alí Díaz Gómez" userId="7be0f7cc16a5f5a1" providerId="LiveId" clId="{D2116F55-C8F5-43D9-B32D-155BA52E2F30}" dt="2023-01-31T21:07:33.238" v="155" actId="1076"/>
          <ac:spMkLst>
            <pc:docMk/>
            <pc:sldMk cId="1913357527" sldId="259"/>
            <ac:spMk id="19" creationId="{D319133E-47D6-B5A4-8E4D-0584689F7C30}"/>
          </ac:spMkLst>
        </pc:spChg>
        <pc:spChg chg="add mod">
          <ac:chgData name="Audo Alí Díaz Gómez" userId="7be0f7cc16a5f5a1" providerId="LiveId" clId="{D2116F55-C8F5-43D9-B32D-155BA52E2F30}" dt="2023-01-31T21:07:33.238" v="155" actId="1076"/>
          <ac:spMkLst>
            <pc:docMk/>
            <pc:sldMk cId="1913357527" sldId="259"/>
            <ac:spMk id="21" creationId="{4EAA3A69-FD8E-FEF9-647B-5F42A8AB35AA}"/>
          </ac:spMkLst>
        </pc:spChg>
        <pc:spChg chg="add mod">
          <ac:chgData name="Audo Alí Díaz Gómez" userId="7be0f7cc16a5f5a1" providerId="LiveId" clId="{D2116F55-C8F5-43D9-B32D-155BA52E2F30}" dt="2023-01-31T21:07:33.238" v="155" actId="1076"/>
          <ac:spMkLst>
            <pc:docMk/>
            <pc:sldMk cId="1913357527" sldId="259"/>
            <ac:spMk id="22" creationId="{C6CDB1B4-4510-6B02-A176-62CBAFADA4D4}"/>
          </ac:spMkLst>
        </pc:spChg>
        <pc:spChg chg="add mod">
          <ac:chgData name="Audo Alí Díaz Gómez" userId="7be0f7cc16a5f5a1" providerId="LiveId" clId="{D2116F55-C8F5-43D9-B32D-155BA52E2F30}" dt="2023-01-31T21:07:33.238" v="155" actId="1076"/>
          <ac:spMkLst>
            <pc:docMk/>
            <pc:sldMk cId="1913357527" sldId="259"/>
            <ac:spMk id="24" creationId="{902FE344-E230-DD8F-16C7-C2E0ED705E9B}"/>
          </ac:spMkLst>
        </pc:spChg>
        <pc:picChg chg="del">
          <ac:chgData name="Audo Alí Díaz Gómez" userId="7be0f7cc16a5f5a1" providerId="LiveId" clId="{D2116F55-C8F5-43D9-B32D-155BA52E2F30}" dt="2023-01-31T20:59:47.806" v="18" actId="21"/>
          <ac:picMkLst>
            <pc:docMk/>
            <pc:sldMk cId="1913357527" sldId="259"/>
            <ac:picMk id="1028" creationId="{5FF1FE2D-AACF-4DE9-8F29-4EEA244CEF7C}"/>
          </ac:picMkLst>
        </pc:picChg>
        <pc:cxnChg chg="del mod">
          <ac:chgData name="Audo Alí Díaz Gómez" userId="7be0f7cc16a5f5a1" providerId="LiveId" clId="{D2116F55-C8F5-43D9-B32D-155BA52E2F30}" dt="2023-01-31T21:01:44.087" v="64" actId="21"/>
          <ac:cxnSpMkLst>
            <pc:docMk/>
            <pc:sldMk cId="1913357527" sldId="259"/>
            <ac:cxnSpMk id="8" creationId="{DDC26664-F5A4-44B1-9686-650153101B5D}"/>
          </ac:cxnSpMkLst>
        </pc:cxnChg>
        <pc:cxnChg chg="del">
          <ac:chgData name="Audo Alí Díaz Gómez" userId="7be0f7cc16a5f5a1" providerId="LiveId" clId="{D2116F55-C8F5-43D9-B32D-155BA52E2F30}" dt="2023-01-31T21:01:44.087" v="64" actId="21"/>
          <ac:cxnSpMkLst>
            <pc:docMk/>
            <pc:sldMk cId="1913357527" sldId="259"/>
            <ac:cxnSpMk id="14" creationId="{9EDD31DE-1E87-462B-950C-78B1076F1363}"/>
          </ac:cxnSpMkLst>
        </pc:cxnChg>
        <pc:cxnChg chg="del">
          <ac:chgData name="Audo Alí Díaz Gómez" userId="7be0f7cc16a5f5a1" providerId="LiveId" clId="{D2116F55-C8F5-43D9-B32D-155BA52E2F30}" dt="2023-01-31T21:01:44.087" v="64" actId="21"/>
          <ac:cxnSpMkLst>
            <pc:docMk/>
            <pc:sldMk cId="1913357527" sldId="259"/>
            <ac:cxnSpMk id="20" creationId="{9214C750-C580-4C38-A5FC-1DF522D38835}"/>
          </ac:cxnSpMkLst>
        </pc:cxnChg>
        <pc:cxnChg chg="del">
          <ac:chgData name="Audo Alí Díaz Gómez" userId="7be0f7cc16a5f5a1" providerId="LiveId" clId="{D2116F55-C8F5-43D9-B32D-155BA52E2F30}" dt="2023-01-31T21:01:44.087" v="64" actId="21"/>
          <ac:cxnSpMkLst>
            <pc:docMk/>
            <pc:sldMk cId="1913357527" sldId="259"/>
            <ac:cxnSpMk id="23" creationId="{A2BC882D-3F35-4EA2-83B1-43D840BEA580}"/>
          </ac:cxnSpMkLst>
        </pc:cxnChg>
        <pc:cxnChg chg="del">
          <ac:chgData name="Audo Alí Díaz Gómez" userId="7be0f7cc16a5f5a1" providerId="LiveId" clId="{D2116F55-C8F5-43D9-B32D-155BA52E2F30}" dt="2023-01-31T21:01:44.087" v="64" actId="21"/>
          <ac:cxnSpMkLst>
            <pc:docMk/>
            <pc:sldMk cId="1913357527" sldId="259"/>
            <ac:cxnSpMk id="31" creationId="{780AD2F4-ADF6-42EE-8BF2-A725C81833A3}"/>
          </ac:cxnSpMkLst>
        </pc:cxnChg>
      </pc:sldChg>
      <pc:sldChg chg="del">
        <pc:chgData name="Audo Alí Díaz Gómez" userId="7be0f7cc16a5f5a1" providerId="LiveId" clId="{D2116F55-C8F5-43D9-B32D-155BA52E2F30}" dt="2023-01-31T21:07:25.051" v="154" actId="2696"/>
        <pc:sldMkLst>
          <pc:docMk/>
          <pc:sldMk cId="3452022949" sldId="372"/>
        </pc:sldMkLst>
      </pc:sldChg>
    </pc:docChg>
  </pc:docChgLst>
  <pc:docChgLst>
    <pc:chgData name="Audo Alí Díaz Gómez" userId="7be0f7cc16a5f5a1" providerId="LiveId" clId="{1DAE6997-1208-4B08-B891-F76A8D65A861}"/>
    <pc:docChg chg="undo custSel addSld delSld modSld">
      <pc:chgData name="Audo Alí Díaz Gómez" userId="7be0f7cc16a5f5a1" providerId="LiveId" clId="{1DAE6997-1208-4B08-B891-F76A8D65A861}" dt="2023-03-21T20:14:00.800" v="1228" actId="14100"/>
      <pc:docMkLst>
        <pc:docMk/>
      </pc:docMkLst>
      <pc:sldChg chg="modSp mod">
        <pc:chgData name="Audo Alí Díaz Gómez" userId="7be0f7cc16a5f5a1" providerId="LiveId" clId="{1DAE6997-1208-4B08-B891-F76A8D65A861}" dt="2023-03-21T20:14:00.800" v="1228" actId="14100"/>
        <pc:sldMkLst>
          <pc:docMk/>
          <pc:sldMk cId="2593080630" sldId="373"/>
        </pc:sldMkLst>
        <pc:spChg chg="mod">
          <ac:chgData name="Audo Alí Díaz Gómez" userId="7be0f7cc16a5f5a1" providerId="LiveId" clId="{1DAE6997-1208-4B08-B891-F76A8D65A861}" dt="2023-03-21T20:13:55.238" v="1227"/>
          <ac:spMkLst>
            <pc:docMk/>
            <pc:sldMk cId="2593080630" sldId="373"/>
            <ac:spMk id="2" creationId="{F3038A3E-D4FF-F048-996C-39F969F7EED4}"/>
          </ac:spMkLst>
        </pc:spChg>
        <pc:spChg chg="mod">
          <ac:chgData name="Audo Alí Díaz Gómez" userId="7be0f7cc16a5f5a1" providerId="LiveId" clId="{1DAE6997-1208-4B08-B891-F76A8D65A861}" dt="2023-03-21T20:14:00.800" v="1228" actId="14100"/>
          <ac:spMkLst>
            <pc:docMk/>
            <pc:sldMk cId="2593080630" sldId="373"/>
            <ac:spMk id="3" creationId="{B0A4CB58-67A4-E04F-8046-8E43D0DF01CA}"/>
          </ac:spMkLst>
        </pc:spChg>
      </pc:sldChg>
      <pc:sldChg chg="addSp delSp modSp mod">
        <pc:chgData name="Audo Alí Díaz Gómez" userId="7be0f7cc16a5f5a1" providerId="LiveId" clId="{1DAE6997-1208-4B08-B891-F76A8D65A861}" dt="2023-03-21T20:13:50.497" v="1226" actId="20577"/>
        <pc:sldMkLst>
          <pc:docMk/>
          <pc:sldMk cId="2605164926" sldId="374"/>
        </pc:sldMkLst>
        <pc:spChg chg="mod">
          <ac:chgData name="Audo Alí Díaz Gómez" userId="7be0f7cc16a5f5a1" providerId="LiveId" clId="{1DAE6997-1208-4B08-B891-F76A8D65A861}" dt="2023-03-21T20:13:50.497" v="1226" actId="20577"/>
          <ac:spMkLst>
            <pc:docMk/>
            <pc:sldMk cId="2605164926" sldId="374"/>
            <ac:spMk id="2" creationId="{F3038A3E-D4FF-F048-996C-39F969F7EED4}"/>
          </ac:spMkLst>
        </pc:spChg>
        <pc:spChg chg="add mod">
          <ac:chgData name="Audo Alí Díaz Gómez" userId="7be0f7cc16a5f5a1" providerId="LiveId" clId="{1DAE6997-1208-4B08-B891-F76A8D65A861}" dt="2023-03-21T20:03:55.201" v="912" actId="1035"/>
          <ac:spMkLst>
            <pc:docMk/>
            <pc:sldMk cId="2605164926" sldId="374"/>
            <ac:spMk id="3" creationId="{94B6002B-FF6F-C9CC-9E7E-E4BDB87A972E}"/>
          </ac:spMkLst>
        </pc:spChg>
        <pc:spChg chg="add mod">
          <ac:chgData name="Audo Alí Díaz Gómez" userId="7be0f7cc16a5f5a1" providerId="LiveId" clId="{1DAE6997-1208-4B08-B891-F76A8D65A861}" dt="2023-03-21T20:03:55.201" v="912" actId="1035"/>
          <ac:spMkLst>
            <pc:docMk/>
            <pc:sldMk cId="2605164926" sldId="374"/>
            <ac:spMk id="4" creationId="{75AD1B04-5C44-CABD-E394-0DBBDDD7A7A1}"/>
          </ac:spMkLst>
        </pc:spChg>
        <pc:spChg chg="add mod">
          <ac:chgData name="Audo Alí Díaz Gómez" userId="7be0f7cc16a5f5a1" providerId="LiveId" clId="{1DAE6997-1208-4B08-B891-F76A8D65A861}" dt="2023-03-21T20:03:55.201" v="912" actId="1035"/>
          <ac:spMkLst>
            <pc:docMk/>
            <pc:sldMk cId="2605164926" sldId="374"/>
            <ac:spMk id="5" creationId="{A80824E6-3994-9A07-0E50-35F65FBAFCE8}"/>
          </ac:spMkLst>
        </pc:spChg>
        <pc:spChg chg="add mod">
          <ac:chgData name="Audo Alí Díaz Gómez" userId="7be0f7cc16a5f5a1" providerId="LiveId" clId="{1DAE6997-1208-4B08-B891-F76A8D65A861}" dt="2023-03-21T20:03:55.201" v="912" actId="1035"/>
          <ac:spMkLst>
            <pc:docMk/>
            <pc:sldMk cId="2605164926" sldId="374"/>
            <ac:spMk id="6" creationId="{52E47DCE-34B6-5445-82A5-A6A96BBAB84A}"/>
          </ac:spMkLst>
        </pc:spChg>
        <pc:spChg chg="mod">
          <ac:chgData name="Audo Alí Díaz Gómez" userId="7be0f7cc16a5f5a1" providerId="LiveId" clId="{1DAE6997-1208-4B08-B891-F76A8D65A861}" dt="2023-03-21T20:01:15.450" v="818" actId="1076"/>
          <ac:spMkLst>
            <pc:docMk/>
            <pc:sldMk cId="2605164926" sldId="374"/>
            <ac:spMk id="7" creationId="{C8DB6229-59CC-9EC8-2491-8705B7F01919}"/>
          </ac:spMkLst>
        </pc:spChg>
        <pc:spChg chg="add mod">
          <ac:chgData name="Audo Alí Díaz Gómez" userId="7be0f7cc16a5f5a1" providerId="LiveId" clId="{1DAE6997-1208-4B08-B891-F76A8D65A861}" dt="2023-03-21T20:04:00.620" v="913" actId="571"/>
          <ac:spMkLst>
            <pc:docMk/>
            <pc:sldMk cId="2605164926" sldId="374"/>
            <ac:spMk id="8" creationId="{D6D09C14-5BBF-EA8A-C4C5-E48E96915518}"/>
          </ac:spMkLst>
        </pc:spChg>
        <pc:spChg chg="add mod">
          <ac:chgData name="Audo Alí Díaz Gómez" userId="7be0f7cc16a5f5a1" providerId="LiveId" clId="{1DAE6997-1208-4B08-B891-F76A8D65A861}" dt="2023-03-21T20:05:18.566" v="990" actId="13822"/>
          <ac:spMkLst>
            <pc:docMk/>
            <pc:sldMk cId="2605164926" sldId="374"/>
            <ac:spMk id="9" creationId="{00E1C628-80D4-4F1D-2EB7-E7B3D3A9D727}"/>
          </ac:spMkLst>
        </pc:spChg>
        <pc:spChg chg="add mod">
          <ac:chgData name="Audo Alí Díaz Gómez" userId="7be0f7cc16a5f5a1" providerId="LiveId" clId="{1DAE6997-1208-4B08-B891-F76A8D65A861}" dt="2023-03-21T20:05:37.054" v="1038" actId="20577"/>
          <ac:spMkLst>
            <pc:docMk/>
            <pc:sldMk cId="2605164926" sldId="374"/>
            <ac:spMk id="10" creationId="{2AFA50E1-3F5F-6327-380E-C58CE2B460BE}"/>
          </ac:spMkLst>
        </pc:spChg>
        <pc:spChg chg="add del mod">
          <ac:chgData name="Audo Alí Díaz Gómez" userId="7be0f7cc16a5f5a1" providerId="LiveId" clId="{1DAE6997-1208-4B08-B891-F76A8D65A861}" dt="2023-03-21T20:04:26.329" v="917" actId="21"/>
          <ac:spMkLst>
            <pc:docMk/>
            <pc:sldMk cId="2605164926" sldId="374"/>
            <ac:spMk id="11" creationId="{2000F43B-5905-7589-E504-0BEE8D0D97B3}"/>
          </ac:spMkLst>
        </pc:spChg>
        <pc:spChg chg="add del mod">
          <ac:chgData name="Audo Alí Díaz Gómez" userId="7be0f7cc16a5f5a1" providerId="LiveId" clId="{1DAE6997-1208-4B08-B891-F76A8D65A861}" dt="2023-03-21T20:04:26.329" v="917" actId="21"/>
          <ac:spMkLst>
            <pc:docMk/>
            <pc:sldMk cId="2605164926" sldId="374"/>
            <ac:spMk id="12" creationId="{DCEDB07C-B123-BA10-E17D-B37AD6A21EFE}"/>
          </ac:spMkLst>
        </pc:spChg>
        <pc:spChg chg="add del mod">
          <ac:chgData name="Audo Alí Díaz Gómez" userId="7be0f7cc16a5f5a1" providerId="LiveId" clId="{1DAE6997-1208-4B08-B891-F76A8D65A861}" dt="2023-03-21T20:04:26.329" v="917" actId="21"/>
          <ac:spMkLst>
            <pc:docMk/>
            <pc:sldMk cId="2605164926" sldId="374"/>
            <ac:spMk id="13" creationId="{B9EE1A32-8E99-2623-E250-4C38B4C23C70}"/>
          </ac:spMkLst>
        </pc:spChg>
        <pc:spChg chg="add del mod">
          <ac:chgData name="Audo Alí Díaz Gómez" userId="7be0f7cc16a5f5a1" providerId="LiveId" clId="{1DAE6997-1208-4B08-B891-F76A8D65A861}" dt="2023-03-21T20:04:26.329" v="917" actId="21"/>
          <ac:spMkLst>
            <pc:docMk/>
            <pc:sldMk cId="2605164926" sldId="374"/>
            <ac:spMk id="14" creationId="{C9EBC61D-789B-5FD8-AB29-B52790AFED2C}"/>
          </ac:spMkLst>
        </pc:spChg>
        <pc:spChg chg="add del mod">
          <ac:chgData name="Audo Alí Díaz Gómez" userId="7be0f7cc16a5f5a1" providerId="LiveId" clId="{1DAE6997-1208-4B08-B891-F76A8D65A861}" dt="2023-03-21T20:04:22.834" v="916" actId="21"/>
          <ac:spMkLst>
            <pc:docMk/>
            <pc:sldMk cId="2605164926" sldId="374"/>
            <ac:spMk id="15" creationId="{5A758DC4-07E0-E6A3-D797-1B4C9C0EB148}"/>
          </ac:spMkLst>
        </pc:spChg>
        <pc:spChg chg="add mod">
          <ac:chgData name="Audo Alí Díaz Gómez" userId="7be0f7cc16a5f5a1" providerId="LiveId" clId="{1DAE6997-1208-4B08-B891-F76A8D65A861}" dt="2023-03-21T20:05:12.608" v="989" actId="1076"/>
          <ac:spMkLst>
            <pc:docMk/>
            <pc:sldMk cId="2605164926" sldId="374"/>
            <ac:spMk id="16" creationId="{204CDBBC-DE6C-64AC-ACAA-F000BDF9AE66}"/>
          </ac:spMkLst>
        </pc:spChg>
        <pc:spChg chg="add mod">
          <ac:chgData name="Audo Alí Díaz Gómez" userId="7be0f7cc16a5f5a1" providerId="LiveId" clId="{1DAE6997-1208-4B08-B891-F76A8D65A861}" dt="2023-03-21T20:05:48.872" v="1039" actId="571"/>
          <ac:spMkLst>
            <pc:docMk/>
            <pc:sldMk cId="2605164926" sldId="374"/>
            <ac:spMk id="17" creationId="{ABE3F5DC-F1A0-DF5B-3105-2CD59CC2CD79}"/>
          </ac:spMkLst>
        </pc:spChg>
        <pc:spChg chg="add mod">
          <ac:chgData name="Audo Alí Díaz Gómez" userId="7be0f7cc16a5f5a1" providerId="LiveId" clId="{1DAE6997-1208-4B08-B891-F76A8D65A861}" dt="2023-03-21T20:05:48.872" v="1039" actId="571"/>
          <ac:spMkLst>
            <pc:docMk/>
            <pc:sldMk cId="2605164926" sldId="374"/>
            <ac:spMk id="18" creationId="{F4421EAC-036D-7A2A-B2F2-72BC07BEF9FD}"/>
          </ac:spMkLst>
        </pc:spChg>
        <pc:spChg chg="add mod">
          <ac:chgData name="Audo Alí Díaz Gómez" userId="7be0f7cc16a5f5a1" providerId="LiveId" clId="{1DAE6997-1208-4B08-B891-F76A8D65A861}" dt="2023-03-21T20:05:48.872" v="1039" actId="571"/>
          <ac:spMkLst>
            <pc:docMk/>
            <pc:sldMk cId="2605164926" sldId="374"/>
            <ac:spMk id="19" creationId="{EAD971C0-545A-BD58-196F-7AC6A3292F96}"/>
          </ac:spMkLst>
        </pc:spChg>
        <pc:spChg chg="add mod">
          <ac:chgData name="Audo Alí Díaz Gómez" userId="7be0f7cc16a5f5a1" providerId="LiveId" clId="{1DAE6997-1208-4B08-B891-F76A8D65A861}" dt="2023-03-21T20:05:48.872" v="1039" actId="571"/>
          <ac:spMkLst>
            <pc:docMk/>
            <pc:sldMk cId="2605164926" sldId="374"/>
            <ac:spMk id="20" creationId="{775595AF-D4F0-A70D-7602-FEB1631E5149}"/>
          </ac:spMkLst>
        </pc:spChg>
        <pc:spChg chg="add mod">
          <ac:chgData name="Audo Alí Díaz Gómez" userId="7be0f7cc16a5f5a1" providerId="LiveId" clId="{1DAE6997-1208-4B08-B891-F76A8D65A861}" dt="2023-03-21T20:05:48.872" v="1039" actId="571"/>
          <ac:spMkLst>
            <pc:docMk/>
            <pc:sldMk cId="2605164926" sldId="374"/>
            <ac:spMk id="21" creationId="{A59EE0C9-31CD-742A-1CC2-5A8E3AD17914}"/>
          </ac:spMkLst>
        </pc:spChg>
        <pc:spChg chg="add mod">
          <ac:chgData name="Audo Alí Díaz Gómez" userId="7be0f7cc16a5f5a1" providerId="LiveId" clId="{1DAE6997-1208-4B08-B891-F76A8D65A861}" dt="2023-03-21T20:05:48.872" v="1039" actId="571"/>
          <ac:spMkLst>
            <pc:docMk/>
            <pc:sldMk cId="2605164926" sldId="374"/>
            <ac:spMk id="22" creationId="{9205D388-A9C4-80EE-61A6-81DF5502FD68}"/>
          </ac:spMkLst>
        </pc:spChg>
        <pc:spChg chg="add mod">
          <ac:chgData name="Audo Alí Díaz Gómez" userId="7be0f7cc16a5f5a1" providerId="LiveId" clId="{1DAE6997-1208-4B08-B891-F76A8D65A861}" dt="2023-03-21T20:05:48.872" v="1039" actId="571"/>
          <ac:spMkLst>
            <pc:docMk/>
            <pc:sldMk cId="2605164926" sldId="374"/>
            <ac:spMk id="23" creationId="{8682AEBF-4170-2228-B521-258A6611D12D}"/>
          </ac:spMkLst>
        </pc:spChg>
        <pc:spChg chg="add mod">
          <ac:chgData name="Audo Alí Díaz Gómez" userId="7be0f7cc16a5f5a1" providerId="LiveId" clId="{1DAE6997-1208-4B08-B891-F76A8D65A861}" dt="2023-03-21T20:05:52.165" v="1040" actId="571"/>
          <ac:spMkLst>
            <pc:docMk/>
            <pc:sldMk cId="2605164926" sldId="374"/>
            <ac:spMk id="24" creationId="{95731AE5-401D-9183-15BE-E0B0C3EEBEA7}"/>
          </ac:spMkLst>
        </pc:spChg>
        <pc:spChg chg="add mod">
          <ac:chgData name="Audo Alí Díaz Gómez" userId="7be0f7cc16a5f5a1" providerId="LiveId" clId="{1DAE6997-1208-4B08-B891-F76A8D65A861}" dt="2023-03-21T20:06:16.225" v="1070" actId="13822"/>
          <ac:spMkLst>
            <pc:docMk/>
            <pc:sldMk cId="2605164926" sldId="374"/>
            <ac:spMk id="25" creationId="{6460347C-662A-4AD5-57AB-DFCD867D21F2}"/>
          </ac:spMkLst>
        </pc:spChg>
        <pc:spChg chg="add mod">
          <ac:chgData name="Audo Alí Díaz Gómez" userId="7be0f7cc16a5f5a1" providerId="LiveId" clId="{1DAE6997-1208-4B08-B891-F76A8D65A861}" dt="2023-03-21T20:11:48.873" v="1075" actId="208"/>
          <ac:spMkLst>
            <pc:docMk/>
            <pc:sldMk cId="2605164926" sldId="374"/>
            <ac:spMk id="26" creationId="{73DA5DB8-4AE2-DFC2-5F88-7DD422987C5D}"/>
          </ac:spMkLst>
        </pc:spChg>
        <pc:spChg chg="del">
          <ac:chgData name="Audo Alí Díaz Gómez" userId="7be0f7cc16a5f5a1" providerId="LiveId" clId="{1DAE6997-1208-4B08-B891-F76A8D65A861}" dt="2023-03-21T20:01:48.209" v="824" actId="21"/>
          <ac:spMkLst>
            <pc:docMk/>
            <pc:sldMk cId="2605164926" sldId="374"/>
            <ac:spMk id="47" creationId="{D3C767FF-BC79-8983-49B6-686934103E57}"/>
          </ac:spMkLst>
        </pc:spChg>
        <pc:spChg chg="del">
          <ac:chgData name="Audo Alí Díaz Gómez" userId="7be0f7cc16a5f5a1" providerId="LiveId" clId="{1DAE6997-1208-4B08-B891-F76A8D65A861}" dt="2023-03-21T20:01:48.209" v="824" actId="21"/>
          <ac:spMkLst>
            <pc:docMk/>
            <pc:sldMk cId="2605164926" sldId="374"/>
            <ac:spMk id="48" creationId="{0924B9E6-26C9-EA73-B905-1E6877599991}"/>
          </ac:spMkLst>
        </pc:spChg>
        <pc:spChg chg="del">
          <ac:chgData name="Audo Alí Díaz Gómez" userId="7be0f7cc16a5f5a1" providerId="LiveId" clId="{1DAE6997-1208-4B08-B891-F76A8D65A861}" dt="2023-03-21T20:01:48.209" v="824" actId="21"/>
          <ac:spMkLst>
            <pc:docMk/>
            <pc:sldMk cId="2605164926" sldId="374"/>
            <ac:spMk id="49" creationId="{73C31873-14F0-C338-57D1-1309F035DC86}"/>
          </ac:spMkLst>
        </pc:spChg>
        <pc:spChg chg="del">
          <ac:chgData name="Audo Alí Díaz Gómez" userId="7be0f7cc16a5f5a1" providerId="LiveId" clId="{1DAE6997-1208-4B08-B891-F76A8D65A861}" dt="2023-03-21T20:01:48.209" v="824" actId="21"/>
          <ac:spMkLst>
            <pc:docMk/>
            <pc:sldMk cId="2605164926" sldId="374"/>
            <ac:spMk id="50" creationId="{21ECD131-BD6D-8E41-D1BB-0EA753B4D50A}"/>
          </ac:spMkLst>
        </pc:spChg>
        <pc:spChg chg="del">
          <ac:chgData name="Audo Alí Díaz Gómez" userId="7be0f7cc16a5f5a1" providerId="LiveId" clId="{1DAE6997-1208-4B08-B891-F76A8D65A861}" dt="2023-03-21T20:01:48.209" v="824" actId="21"/>
          <ac:spMkLst>
            <pc:docMk/>
            <pc:sldMk cId="2605164926" sldId="374"/>
            <ac:spMk id="51" creationId="{0EA48C91-3C31-7546-E82E-C5CD9C888D89}"/>
          </ac:spMkLst>
        </pc:spChg>
        <pc:spChg chg="del">
          <ac:chgData name="Audo Alí Díaz Gómez" userId="7be0f7cc16a5f5a1" providerId="LiveId" clId="{1DAE6997-1208-4B08-B891-F76A8D65A861}" dt="2023-03-21T20:01:48.209" v="824" actId="21"/>
          <ac:spMkLst>
            <pc:docMk/>
            <pc:sldMk cId="2605164926" sldId="374"/>
            <ac:spMk id="52" creationId="{E6BC559E-2480-8875-28C4-53B5ADD6D686}"/>
          </ac:spMkLst>
        </pc:spChg>
        <pc:spChg chg="del">
          <ac:chgData name="Audo Alí Díaz Gómez" userId="7be0f7cc16a5f5a1" providerId="LiveId" clId="{1DAE6997-1208-4B08-B891-F76A8D65A861}" dt="2023-03-21T20:01:48.209" v="824" actId="21"/>
          <ac:spMkLst>
            <pc:docMk/>
            <pc:sldMk cId="2605164926" sldId="374"/>
            <ac:spMk id="53" creationId="{37A93CA8-3C3B-CC5B-AF2D-FDBA7F5157E7}"/>
          </ac:spMkLst>
        </pc:spChg>
        <pc:spChg chg="del">
          <ac:chgData name="Audo Alí Díaz Gómez" userId="7be0f7cc16a5f5a1" providerId="LiveId" clId="{1DAE6997-1208-4B08-B891-F76A8D65A861}" dt="2023-03-21T20:01:48.209" v="824" actId="21"/>
          <ac:spMkLst>
            <pc:docMk/>
            <pc:sldMk cId="2605164926" sldId="374"/>
            <ac:spMk id="54" creationId="{14AE52E6-7149-E6D4-B7FA-AE9A6D5B01E0}"/>
          </ac:spMkLst>
        </pc:spChg>
        <pc:spChg chg="del">
          <ac:chgData name="Audo Alí Díaz Gómez" userId="7be0f7cc16a5f5a1" providerId="LiveId" clId="{1DAE6997-1208-4B08-B891-F76A8D65A861}" dt="2023-03-21T20:01:48.209" v="824" actId="21"/>
          <ac:spMkLst>
            <pc:docMk/>
            <pc:sldMk cId="2605164926" sldId="374"/>
            <ac:spMk id="55" creationId="{D6A3346C-E8CC-B52A-B273-EE3124A485E8}"/>
          </ac:spMkLst>
        </pc:spChg>
        <pc:spChg chg="del">
          <ac:chgData name="Audo Alí Díaz Gómez" userId="7be0f7cc16a5f5a1" providerId="LiveId" clId="{1DAE6997-1208-4B08-B891-F76A8D65A861}" dt="2023-03-21T20:01:48.209" v="824" actId="21"/>
          <ac:spMkLst>
            <pc:docMk/>
            <pc:sldMk cId="2605164926" sldId="374"/>
            <ac:spMk id="56" creationId="{8747FDC7-0238-55A6-D008-C913DE9EBCCF}"/>
          </ac:spMkLst>
        </pc:spChg>
        <pc:spChg chg="del">
          <ac:chgData name="Audo Alí Díaz Gómez" userId="7be0f7cc16a5f5a1" providerId="LiveId" clId="{1DAE6997-1208-4B08-B891-F76A8D65A861}" dt="2023-03-21T20:01:48.209" v="824" actId="21"/>
          <ac:spMkLst>
            <pc:docMk/>
            <pc:sldMk cId="2605164926" sldId="374"/>
            <ac:spMk id="57" creationId="{E3384C41-4704-8CE0-5EE5-A2B2C97967FE}"/>
          </ac:spMkLst>
        </pc:spChg>
        <pc:spChg chg="del">
          <ac:chgData name="Audo Alí Díaz Gómez" userId="7be0f7cc16a5f5a1" providerId="LiveId" clId="{1DAE6997-1208-4B08-B891-F76A8D65A861}" dt="2023-03-21T20:01:48.209" v="824" actId="21"/>
          <ac:spMkLst>
            <pc:docMk/>
            <pc:sldMk cId="2605164926" sldId="374"/>
            <ac:spMk id="58" creationId="{F638EF3F-575D-3977-A4C8-AF2BD02DF5A8}"/>
          </ac:spMkLst>
        </pc:spChg>
        <pc:spChg chg="del">
          <ac:chgData name="Audo Alí Díaz Gómez" userId="7be0f7cc16a5f5a1" providerId="LiveId" clId="{1DAE6997-1208-4B08-B891-F76A8D65A861}" dt="2023-03-21T20:01:48.209" v="824" actId="21"/>
          <ac:spMkLst>
            <pc:docMk/>
            <pc:sldMk cId="2605164926" sldId="374"/>
            <ac:spMk id="59" creationId="{FA9169A5-5172-3AF5-0F6F-C3B55A0AD1D2}"/>
          </ac:spMkLst>
        </pc:spChg>
        <pc:spChg chg="del">
          <ac:chgData name="Audo Alí Díaz Gómez" userId="7be0f7cc16a5f5a1" providerId="LiveId" clId="{1DAE6997-1208-4B08-B891-F76A8D65A861}" dt="2023-03-21T20:01:48.209" v="824" actId="21"/>
          <ac:spMkLst>
            <pc:docMk/>
            <pc:sldMk cId="2605164926" sldId="374"/>
            <ac:spMk id="60" creationId="{1DF53F01-DECF-BBB2-C8AD-E3AA4592D5D7}"/>
          </ac:spMkLst>
        </pc:spChg>
        <pc:spChg chg="del">
          <ac:chgData name="Audo Alí Díaz Gómez" userId="7be0f7cc16a5f5a1" providerId="LiveId" clId="{1DAE6997-1208-4B08-B891-F76A8D65A861}" dt="2023-03-21T20:01:48.209" v="824" actId="21"/>
          <ac:spMkLst>
            <pc:docMk/>
            <pc:sldMk cId="2605164926" sldId="374"/>
            <ac:spMk id="75" creationId="{B3506BC6-DA27-83F8-B93D-32F861D92E3F}"/>
          </ac:spMkLst>
        </pc:spChg>
        <pc:spChg chg="del">
          <ac:chgData name="Audo Alí Díaz Gómez" userId="7be0f7cc16a5f5a1" providerId="LiveId" clId="{1DAE6997-1208-4B08-B891-F76A8D65A861}" dt="2023-03-21T20:01:48.209" v="824" actId="21"/>
          <ac:spMkLst>
            <pc:docMk/>
            <pc:sldMk cId="2605164926" sldId="374"/>
            <ac:spMk id="77" creationId="{45EC5A73-C158-75F2-2710-BF8FA11B7CC0}"/>
          </ac:spMkLst>
        </pc:spChg>
        <pc:spChg chg="del">
          <ac:chgData name="Audo Alí Díaz Gómez" userId="7be0f7cc16a5f5a1" providerId="LiveId" clId="{1DAE6997-1208-4B08-B891-F76A8D65A861}" dt="2023-03-21T20:01:48.209" v="824" actId="21"/>
          <ac:spMkLst>
            <pc:docMk/>
            <pc:sldMk cId="2605164926" sldId="374"/>
            <ac:spMk id="78" creationId="{45F60676-41F2-B465-CB26-63C6993F6992}"/>
          </ac:spMkLst>
        </pc:spChg>
        <pc:spChg chg="del">
          <ac:chgData name="Audo Alí Díaz Gómez" userId="7be0f7cc16a5f5a1" providerId="LiveId" clId="{1DAE6997-1208-4B08-B891-F76A8D65A861}" dt="2023-03-21T20:01:48.209" v="824" actId="21"/>
          <ac:spMkLst>
            <pc:docMk/>
            <pc:sldMk cId="2605164926" sldId="374"/>
            <ac:spMk id="82" creationId="{7039009F-6FFD-08EA-64FF-347A2F1D3EBB}"/>
          </ac:spMkLst>
        </pc:spChg>
        <pc:spChg chg="mod">
          <ac:chgData name="Audo Alí Díaz Gómez" userId="7be0f7cc16a5f5a1" providerId="LiveId" clId="{1DAE6997-1208-4B08-B891-F76A8D65A861}" dt="2023-03-21T20:03:55.201" v="912" actId="1035"/>
          <ac:spMkLst>
            <pc:docMk/>
            <pc:sldMk cId="2605164926" sldId="374"/>
            <ac:spMk id="83" creationId="{8C67D131-18B1-F7A5-3040-EEBE9D47848E}"/>
          </ac:spMkLst>
        </pc:spChg>
        <pc:spChg chg="mod">
          <ac:chgData name="Audo Alí Díaz Gómez" userId="7be0f7cc16a5f5a1" providerId="LiveId" clId="{1DAE6997-1208-4B08-B891-F76A8D65A861}" dt="2023-03-21T20:02:01.704" v="829" actId="20577"/>
          <ac:spMkLst>
            <pc:docMk/>
            <pc:sldMk cId="2605164926" sldId="374"/>
            <ac:spMk id="84" creationId="{3F157CC6-9A41-D0BE-7E5C-33C862E74EF4}"/>
          </ac:spMkLst>
        </pc:spChg>
        <pc:spChg chg="del">
          <ac:chgData name="Audo Alí Díaz Gómez" userId="7be0f7cc16a5f5a1" providerId="LiveId" clId="{1DAE6997-1208-4B08-B891-F76A8D65A861}" dt="2023-03-21T20:01:48.209" v="824" actId="21"/>
          <ac:spMkLst>
            <pc:docMk/>
            <pc:sldMk cId="2605164926" sldId="374"/>
            <ac:spMk id="85" creationId="{107E9B1E-6D6F-8C87-3357-2B3DF2BE4DCE}"/>
          </ac:spMkLst>
        </pc:spChg>
        <pc:spChg chg="del">
          <ac:chgData name="Audo Alí Díaz Gómez" userId="7be0f7cc16a5f5a1" providerId="LiveId" clId="{1DAE6997-1208-4B08-B891-F76A8D65A861}" dt="2023-03-21T20:01:48.209" v="824" actId="21"/>
          <ac:spMkLst>
            <pc:docMk/>
            <pc:sldMk cId="2605164926" sldId="374"/>
            <ac:spMk id="86" creationId="{D4A0BCB9-7852-473E-5039-7CDC88C81B70}"/>
          </ac:spMkLst>
        </pc:spChg>
        <pc:spChg chg="del">
          <ac:chgData name="Audo Alí Díaz Gómez" userId="7be0f7cc16a5f5a1" providerId="LiveId" clId="{1DAE6997-1208-4B08-B891-F76A8D65A861}" dt="2023-03-21T20:01:48.209" v="824" actId="21"/>
          <ac:spMkLst>
            <pc:docMk/>
            <pc:sldMk cId="2605164926" sldId="374"/>
            <ac:spMk id="87" creationId="{A7FD5764-3462-AD72-18CD-B0F3398B6537}"/>
          </ac:spMkLst>
        </pc:spChg>
        <pc:spChg chg="del">
          <ac:chgData name="Audo Alí Díaz Gómez" userId="7be0f7cc16a5f5a1" providerId="LiveId" clId="{1DAE6997-1208-4B08-B891-F76A8D65A861}" dt="2023-03-21T20:01:48.209" v="824" actId="21"/>
          <ac:spMkLst>
            <pc:docMk/>
            <pc:sldMk cId="2605164926" sldId="374"/>
            <ac:spMk id="88" creationId="{0820ADF5-74EC-6B70-D0B5-52C6DACA381C}"/>
          </ac:spMkLst>
        </pc:spChg>
      </pc:sldChg>
      <pc:sldChg chg="add del">
        <pc:chgData name="Audo Alí Díaz Gómez" userId="7be0f7cc16a5f5a1" providerId="LiveId" clId="{1DAE6997-1208-4B08-B891-F76A8D65A861}" dt="2023-03-21T20:06:29.391" v="1071" actId="2696"/>
        <pc:sldMkLst>
          <pc:docMk/>
          <pc:sldMk cId="3076868485" sldId="375"/>
        </pc:sldMkLst>
      </pc:sldChg>
    </pc:docChg>
  </pc:docChgLst>
  <pc:docChgLst>
    <pc:chgData name="Audo Alí Díaz Gómez" userId="7be0f7cc16a5f5a1" providerId="LiveId" clId="{779A4D45-9DCD-4551-A32D-CEC2956973F4}"/>
    <pc:docChg chg="undo redo custSel addSld delSld modSld">
      <pc:chgData name="Audo Alí Díaz Gómez" userId="7be0f7cc16a5f5a1" providerId="LiveId" clId="{779A4D45-9DCD-4551-A32D-CEC2956973F4}" dt="2023-03-11T19:00:59.325" v="1324" actId="20577"/>
      <pc:docMkLst>
        <pc:docMk/>
      </pc:docMkLst>
      <pc:sldChg chg="modSp mod">
        <pc:chgData name="Audo Alí Díaz Gómez" userId="7be0f7cc16a5f5a1" providerId="LiveId" clId="{779A4D45-9DCD-4551-A32D-CEC2956973F4}" dt="2023-03-11T18:51:25.040" v="1141" actId="6549"/>
        <pc:sldMkLst>
          <pc:docMk/>
          <pc:sldMk cId="2593080630" sldId="373"/>
        </pc:sldMkLst>
        <pc:spChg chg="mod">
          <ac:chgData name="Audo Alí Díaz Gómez" userId="7be0f7cc16a5f5a1" providerId="LiveId" clId="{779A4D45-9DCD-4551-A32D-CEC2956973F4}" dt="2023-03-11T18:42:29.168" v="885" actId="14100"/>
          <ac:spMkLst>
            <pc:docMk/>
            <pc:sldMk cId="2593080630" sldId="373"/>
            <ac:spMk id="2" creationId="{F3038A3E-D4FF-F048-996C-39F969F7EED4}"/>
          </ac:spMkLst>
        </pc:spChg>
        <pc:spChg chg="mod">
          <ac:chgData name="Audo Alí Díaz Gómez" userId="7be0f7cc16a5f5a1" providerId="LiveId" clId="{779A4D45-9DCD-4551-A32D-CEC2956973F4}" dt="2023-03-11T18:51:25.040" v="1141" actId="6549"/>
          <ac:spMkLst>
            <pc:docMk/>
            <pc:sldMk cId="2593080630" sldId="373"/>
            <ac:spMk id="3" creationId="{B0A4CB58-67A4-E04F-8046-8E43D0DF01CA}"/>
          </ac:spMkLst>
        </pc:spChg>
      </pc:sldChg>
      <pc:sldChg chg="addSp delSp modSp add mod">
        <pc:chgData name="Audo Alí Díaz Gómez" userId="7be0f7cc16a5f5a1" providerId="LiveId" clId="{779A4D45-9DCD-4551-A32D-CEC2956973F4}" dt="2023-03-11T18:59:48.743" v="1294" actId="207"/>
        <pc:sldMkLst>
          <pc:docMk/>
          <pc:sldMk cId="2605164926" sldId="374"/>
        </pc:sldMkLst>
        <pc:spChg chg="del">
          <ac:chgData name="Audo Alí Díaz Gómez" userId="7be0f7cc16a5f5a1" providerId="LiveId" clId="{779A4D45-9DCD-4551-A32D-CEC2956973F4}" dt="2023-03-11T18:43:03.858" v="890" actId="21"/>
          <ac:spMkLst>
            <pc:docMk/>
            <pc:sldMk cId="2605164926" sldId="374"/>
            <ac:spMk id="3" creationId="{B0A4CB58-67A4-E04F-8046-8E43D0DF01CA}"/>
          </ac:spMkLst>
        </pc:spChg>
        <pc:spChg chg="add del mod">
          <ac:chgData name="Audo Alí Díaz Gómez" userId="7be0f7cc16a5f5a1" providerId="LiveId" clId="{779A4D45-9DCD-4551-A32D-CEC2956973F4}" dt="2023-03-11T18:43:05.416" v="891" actId="21"/>
          <ac:spMkLst>
            <pc:docMk/>
            <pc:sldMk cId="2605164926" sldId="374"/>
            <ac:spMk id="5" creationId="{FB8E6207-4DE5-F78B-0200-B104AF0CDAB0}"/>
          </ac:spMkLst>
        </pc:spChg>
        <pc:spChg chg="add del">
          <ac:chgData name="Audo Alí Díaz Gómez" userId="7be0f7cc16a5f5a1" providerId="LiveId" clId="{779A4D45-9DCD-4551-A32D-CEC2956973F4}" dt="2023-03-11T18:43:34.183" v="893" actId="478"/>
          <ac:spMkLst>
            <pc:docMk/>
            <pc:sldMk cId="2605164926" sldId="374"/>
            <ac:spMk id="6" creationId="{097FE218-54A0-1F78-7BBA-0C8550165E8E}"/>
          </ac:spMkLst>
        </pc:spChg>
        <pc:spChg chg="add mod">
          <ac:chgData name="Audo Alí Díaz Gómez" userId="7be0f7cc16a5f5a1" providerId="LiveId" clId="{779A4D45-9DCD-4551-A32D-CEC2956973F4}" dt="2023-03-11T18:58:47.412" v="1289" actId="208"/>
          <ac:spMkLst>
            <pc:docMk/>
            <pc:sldMk cId="2605164926" sldId="374"/>
            <ac:spMk id="7" creationId="{C8DB6229-59CC-9EC8-2491-8705B7F01919}"/>
          </ac:spMkLst>
        </pc:spChg>
        <pc:spChg chg="mod">
          <ac:chgData name="Audo Alí Díaz Gómez" userId="7be0f7cc16a5f5a1" providerId="LiveId" clId="{779A4D45-9DCD-4551-A32D-CEC2956973F4}" dt="2023-03-11T18:43:34.340" v="894"/>
          <ac:spMkLst>
            <pc:docMk/>
            <pc:sldMk cId="2605164926" sldId="374"/>
            <ac:spMk id="9" creationId="{F42FA1B6-A78F-DE92-5847-74B38D00A22F}"/>
          </ac:spMkLst>
        </pc:spChg>
        <pc:spChg chg="mod">
          <ac:chgData name="Audo Alí Díaz Gómez" userId="7be0f7cc16a5f5a1" providerId="LiveId" clId="{779A4D45-9DCD-4551-A32D-CEC2956973F4}" dt="2023-03-11T18:43:34.340" v="894"/>
          <ac:spMkLst>
            <pc:docMk/>
            <pc:sldMk cId="2605164926" sldId="374"/>
            <ac:spMk id="10" creationId="{84F28E40-6E83-0CCC-6B22-EC97575E861E}"/>
          </ac:spMkLst>
        </pc:spChg>
        <pc:spChg chg="mod">
          <ac:chgData name="Audo Alí Díaz Gómez" userId="7be0f7cc16a5f5a1" providerId="LiveId" clId="{779A4D45-9DCD-4551-A32D-CEC2956973F4}" dt="2023-03-11T18:43:34.340" v="894"/>
          <ac:spMkLst>
            <pc:docMk/>
            <pc:sldMk cId="2605164926" sldId="374"/>
            <ac:spMk id="11" creationId="{E6F7FDAC-D3A7-4054-A102-084E85DCADEA}"/>
          </ac:spMkLst>
        </pc:spChg>
        <pc:spChg chg="mod">
          <ac:chgData name="Audo Alí Díaz Gómez" userId="7be0f7cc16a5f5a1" providerId="LiveId" clId="{779A4D45-9DCD-4551-A32D-CEC2956973F4}" dt="2023-03-11T18:43:34.340" v="894"/>
          <ac:spMkLst>
            <pc:docMk/>
            <pc:sldMk cId="2605164926" sldId="374"/>
            <ac:spMk id="12" creationId="{E17BB2B1-3236-7403-1DB4-AD1746F1727F}"/>
          </ac:spMkLst>
        </pc:spChg>
        <pc:spChg chg="mod">
          <ac:chgData name="Audo Alí Díaz Gómez" userId="7be0f7cc16a5f5a1" providerId="LiveId" clId="{779A4D45-9DCD-4551-A32D-CEC2956973F4}" dt="2023-03-11T18:43:34.340" v="894"/>
          <ac:spMkLst>
            <pc:docMk/>
            <pc:sldMk cId="2605164926" sldId="374"/>
            <ac:spMk id="13" creationId="{B9EDB66D-C8AF-447A-BF0C-E5DF0EA29C72}"/>
          </ac:spMkLst>
        </pc:spChg>
        <pc:spChg chg="mod">
          <ac:chgData name="Audo Alí Díaz Gómez" userId="7be0f7cc16a5f5a1" providerId="LiveId" clId="{779A4D45-9DCD-4551-A32D-CEC2956973F4}" dt="2023-03-11T18:43:34.340" v="894"/>
          <ac:spMkLst>
            <pc:docMk/>
            <pc:sldMk cId="2605164926" sldId="374"/>
            <ac:spMk id="14" creationId="{DF6A4047-616E-7D1E-0EE1-235ED32789B6}"/>
          </ac:spMkLst>
        </pc:spChg>
        <pc:spChg chg="mod">
          <ac:chgData name="Audo Alí Díaz Gómez" userId="7be0f7cc16a5f5a1" providerId="LiveId" clId="{779A4D45-9DCD-4551-A32D-CEC2956973F4}" dt="2023-03-11T18:43:34.340" v="894"/>
          <ac:spMkLst>
            <pc:docMk/>
            <pc:sldMk cId="2605164926" sldId="374"/>
            <ac:spMk id="16" creationId="{18F6C7FF-F889-EF33-9955-A35F4AB7A6A8}"/>
          </ac:spMkLst>
        </pc:spChg>
        <pc:spChg chg="mod">
          <ac:chgData name="Audo Alí Díaz Gómez" userId="7be0f7cc16a5f5a1" providerId="LiveId" clId="{779A4D45-9DCD-4551-A32D-CEC2956973F4}" dt="2023-03-11T18:43:34.340" v="894"/>
          <ac:spMkLst>
            <pc:docMk/>
            <pc:sldMk cId="2605164926" sldId="374"/>
            <ac:spMk id="17" creationId="{B6949BA6-28CA-F7A7-EF33-4CF9FE222528}"/>
          </ac:spMkLst>
        </pc:spChg>
        <pc:spChg chg="mod">
          <ac:chgData name="Audo Alí Díaz Gómez" userId="7be0f7cc16a5f5a1" providerId="LiveId" clId="{779A4D45-9DCD-4551-A32D-CEC2956973F4}" dt="2023-03-11T18:43:34.340" v="894"/>
          <ac:spMkLst>
            <pc:docMk/>
            <pc:sldMk cId="2605164926" sldId="374"/>
            <ac:spMk id="18" creationId="{7C3A29F6-7434-D3C5-3393-F8B0B5AC893C}"/>
          </ac:spMkLst>
        </pc:spChg>
        <pc:spChg chg="mod">
          <ac:chgData name="Audo Alí Díaz Gómez" userId="7be0f7cc16a5f5a1" providerId="LiveId" clId="{779A4D45-9DCD-4551-A32D-CEC2956973F4}" dt="2023-03-11T18:43:34.340" v="894"/>
          <ac:spMkLst>
            <pc:docMk/>
            <pc:sldMk cId="2605164926" sldId="374"/>
            <ac:spMk id="19" creationId="{DC8F1BA0-2D36-CC2C-3821-11BE7E24C7E8}"/>
          </ac:spMkLst>
        </pc:spChg>
        <pc:spChg chg="mod">
          <ac:chgData name="Audo Alí Díaz Gómez" userId="7be0f7cc16a5f5a1" providerId="LiveId" clId="{779A4D45-9DCD-4551-A32D-CEC2956973F4}" dt="2023-03-11T18:43:34.340" v="894"/>
          <ac:spMkLst>
            <pc:docMk/>
            <pc:sldMk cId="2605164926" sldId="374"/>
            <ac:spMk id="20" creationId="{A4963CF1-DD89-7468-4DF2-89F904F7D46D}"/>
          </ac:spMkLst>
        </pc:spChg>
        <pc:spChg chg="mod">
          <ac:chgData name="Audo Alí Díaz Gómez" userId="7be0f7cc16a5f5a1" providerId="LiveId" clId="{779A4D45-9DCD-4551-A32D-CEC2956973F4}" dt="2023-03-11T18:43:34.340" v="894"/>
          <ac:spMkLst>
            <pc:docMk/>
            <pc:sldMk cId="2605164926" sldId="374"/>
            <ac:spMk id="21" creationId="{3F88A1B1-137A-ACE8-D876-64D416E11F5B}"/>
          </ac:spMkLst>
        </pc:spChg>
        <pc:spChg chg="mod">
          <ac:chgData name="Audo Alí Díaz Gómez" userId="7be0f7cc16a5f5a1" providerId="LiveId" clId="{779A4D45-9DCD-4551-A32D-CEC2956973F4}" dt="2023-03-11T18:43:34.340" v="894"/>
          <ac:spMkLst>
            <pc:docMk/>
            <pc:sldMk cId="2605164926" sldId="374"/>
            <ac:spMk id="23" creationId="{6FE8C2C7-88C4-32B7-536C-7BD6D15DA3C8}"/>
          </ac:spMkLst>
        </pc:spChg>
        <pc:spChg chg="mod">
          <ac:chgData name="Audo Alí Díaz Gómez" userId="7be0f7cc16a5f5a1" providerId="LiveId" clId="{779A4D45-9DCD-4551-A32D-CEC2956973F4}" dt="2023-03-11T18:43:34.340" v="894"/>
          <ac:spMkLst>
            <pc:docMk/>
            <pc:sldMk cId="2605164926" sldId="374"/>
            <ac:spMk id="24" creationId="{175DA40C-9380-1A46-157F-B0827F03503F}"/>
          </ac:spMkLst>
        </pc:spChg>
        <pc:spChg chg="mod">
          <ac:chgData name="Audo Alí Díaz Gómez" userId="7be0f7cc16a5f5a1" providerId="LiveId" clId="{779A4D45-9DCD-4551-A32D-CEC2956973F4}" dt="2023-03-11T18:43:34.340" v="894"/>
          <ac:spMkLst>
            <pc:docMk/>
            <pc:sldMk cId="2605164926" sldId="374"/>
            <ac:spMk id="25" creationId="{A2DCBDBB-13AE-1F52-1529-D594B0115BCD}"/>
          </ac:spMkLst>
        </pc:spChg>
        <pc:spChg chg="mod">
          <ac:chgData name="Audo Alí Díaz Gómez" userId="7be0f7cc16a5f5a1" providerId="LiveId" clId="{779A4D45-9DCD-4551-A32D-CEC2956973F4}" dt="2023-03-11T18:43:34.340" v="894"/>
          <ac:spMkLst>
            <pc:docMk/>
            <pc:sldMk cId="2605164926" sldId="374"/>
            <ac:spMk id="26" creationId="{F117AF10-D8EB-62CF-B854-76D1075E9878}"/>
          </ac:spMkLst>
        </pc:spChg>
        <pc:spChg chg="mod">
          <ac:chgData name="Audo Alí Díaz Gómez" userId="7be0f7cc16a5f5a1" providerId="LiveId" clId="{779A4D45-9DCD-4551-A32D-CEC2956973F4}" dt="2023-03-11T18:43:34.340" v="894"/>
          <ac:spMkLst>
            <pc:docMk/>
            <pc:sldMk cId="2605164926" sldId="374"/>
            <ac:spMk id="27" creationId="{8919EC67-55F4-F603-5C2F-A74B41C2E17F}"/>
          </ac:spMkLst>
        </pc:spChg>
        <pc:spChg chg="mod">
          <ac:chgData name="Audo Alí Díaz Gómez" userId="7be0f7cc16a5f5a1" providerId="LiveId" clId="{779A4D45-9DCD-4551-A32D-CEC2956973F4}" dt="2023-03-11T18:43:34.340" v="894"/>
          <ac:spMkLst>
            <pc:docMk/>
            <pc:sldMk cId="2605164926" sldId="374"/>
            <ac:spMk id="28" creationId="{6363DA9E-E6CE-CE65-BD7B-2EA79ADE4D4E}"/>
          </ac:spMkLst>
        </pc:spChg>
        <pc:spChg chg="add del mod">
          <ac:chgData name="Audo Alí Díaz Gómez" userId="7be0f7cc16a5f5a1" providerId="LiveId" clId="{779A4D45-9DCD-4551-A32D-CEC2956973F4}" dt="2023-03-11T18:43:37.793" v="895" actId="21"/>
          <ac:spMkLst>
            <pc:docMk/>
            <pc:sldMk cId="2605164926" sldId="374"/>
            <ac:spMk id="29" creationId="{160A20E2-EF38-A81A-ADAD-C8C29006FAA8}"/>
          </ac:spMkLst>
        </pc:spChg>
        <pc:spChg chg="add del mod">
          <ac:chgData name="Audo Alí Díaz Gómez" userId="7be0f7cc16a5f5a1" providerId="LiveId" clId="{779A4D45-9DCD-4551-A32D-CEC2956973F4}" dt="2023-03-11T18:43:53.574" v="900" actId="21"/>
          <ac:spMkLst>
            <pc:docMk/>
            <pc:sldMk cId="2605164926" sldId="374"/>
            <ac:spMk id="30" creationId="{D0E22C15-0280-9A21-B0EC-FA76D66C5B48}"/>
          </ac:spMkLst>
        </pc:spChg>
        <pc:spChg chg="add del mod">
          <ac:chgData name="Audo Alí Díaz Gómez" userId="7be0f7cc16a5f5a1" providerId="LiveId" clId="{779A4D45-9DCD-4551-A32D-CEC2956973F4}" dt="2023-03-11T18:47:56.651" v="1018" actId="21"/>
          <ac:spMkLst>
            <pc:docMk/>
            <pc:sldMk cId="2605164926" sldId="374"/>
            <ac:spMk id="31" creationId="{B1F10659-5C33-A245-E880-14E9BF637AD7}"/>
          </ac:spMkLst>
        </pc:spChg>
        <pc:spChg chg="add del mod">
          <ac:chgData name="Audo Alí Díaz Gómez" userId="7be0f7cc16a5f5a1" providerId="LiveId" clId="{779A4D45-9DCD-4551-A32D-CEC2956973F4}" dt="2023-03-11T18:47:56.183" v="1017" actId="21"/>
          <ac:spMkLst>
            <pc:docMk/>
            <pc:sldMk cId="2605164926" sldId="374"/>
            <ac:spMk id="32" creationId="{8B90944C-00AD-FE7D-80CD-8CF2375AA69A}"/>
          </ac:spMkLst>
        </pc:spChg>
        <pc:spChg chg="add del mod">
          <ac:chgData name="Audo Alí Díaz Gómez" userId="7be0f7cc16a5f5a1" providerId="LiveId" clId="{779A4D45-9DCD-4551-A32D-CEC2956973F4}" dt="2023-03-11T18:45:22.649" v="918" actId="21"/>
          <ac:spMkLst>
            <pc:docMk/>
            <pc:sldMk cId="2605164926" sldId="374"/>
            <ac:spMk id="33" creationId="{4D3A248F-BEE7-0CD4-40F1-9C42D1428C1A}"/>
          </ac:spMkLst>
        </pc:spChg>
        <pc:spChg chg="add del mod">
          <ac:chgData name="Audo Alí Díaz Gómez" userId="7be0f7cc16a5f5a1" providerId="LiveId" clId="{779A4D45-9DCD-4551-A32D-CEC2956973F4}" dt="2023-03-11T18:47:56.183" v="1017" actId="21"/>
          <ac:spMkLst>
            <pc:docMk/>
            <pc:sldMk cId="2605164926" sldId="374"/>
            <ac:spMk id="34" creationId="{6627CF67-AEDA-B40B-C0C2-04411CE6DBC1}"/>
          </ac:spMkLst>
        </pc:spChg>
        <pc:spChg chg="add del mod">
          <ac:chgData name="Audo Alí Díaz Gómez" userId="7be0f7cc16a5f5a1" providerId="LiveId" clId="{779A4D45-9DCD-4551-A32D-CEC2956973F4}" dt="2023-03-11T18:47:56.183" v="1017" actId="21"/>
          <ac:spMkLst>
            <pc:docMk/>
            <pc:sldMk cId="2605164926" sldId="374"/>
            <ac:spMk id="35" creationId="{3AF99656-244E-4E94-6668-EC890BE2CD00}"/>
          </ac:spMkLst>
        </pc:spChg>
        <pc:spChg chg="add del mod">
          <ac:chgData name="Audo Alí Díaz Gómez" userId="7be0f7cc16a5f5a1" providerId="LiveId" clId="{779A4D45-9DCD-4551-A32D-CEC2956973F4}" dt="2023-03-11T18:47:56.183" v="1017" actId="21"/>
          <ac:spMkLst>
            <pc:docMk/>
            <pc:sldMk cId="2605164926" sldId="374"/>
            <ac:spMk id="36" creationId="{1C0B5A35-610A-B60C-726A-1FAE9BADBAAF}"/>
          </ac:spMkLst>
        </pc:spChg>
        <pc:spChg chg="add del mod">
          <ac:chgData name="Audo Alí Díaz Gómez" userId="7be0f7cc16a5f5a1" providerId="LiveId" clId="{779A4D45-9DCD-4551-A32D-CEC2956973F4}" dt="2023-03-11T18:47:56.183" v="1017" actId="21"/>
          <ac:spMkLst>
            <pc:docMk/>
            <pc:sldMk cId="2605164926" sldId="374"/>
            <ac:spMk id="37" creationId="{232E8296-3D72-8D0A-170F-EF3E3668FCC8}"/>
          </ac:spMkLst>
        </pc:spChg>
        <pc:spChg chg="add del mod">
          <ac:chgData name="Audo Alí Díaz Gómez" userId="7be0f7cc16a5f5a1" providerId="LiveId" clId="{779A4D45-9DCD-4551-A32D-CEC2956973F4}" dt="2023-03-11T18:47:56.183" v="1017" actId="21"/>
          <ac:spMkLst>
            <pc:docMk/>
            <pc:sldMk cId="2605164926" sldId="374"/>
            <ac:spMk id="38" creationId="{111C6795-EAC8-B9E1-FA27-0DD588BC314B}"/>
          </ac:spMkLst>
        </pc:spChg>
        <pc:spChg chg="add del mod">
          <ac:chgData name="Audo Alí Díaz Gómez" userId="7be0f7cc16a5f5a1" providerId="LiveId" clId="{779A4D45-9DCD-4551-A32D-CEC2956973F4}" dt="2023-03-11T18:47:56.183" v="1017" actId="21"/>
          <ac:spMkLst>
            <pc:docMk/>
            <pc:sldMk cId="2605164926" sldId="374"/>
            <ac:spMk id="39" creationId="{CC22D47B-2FAC-5C06-E19C-A25BA4A5B75B}"/>
          </ac:spMkLst>
        </pc:spChg>
        <pc:spChg chg="add del mod">
          <ac:chgData name="Audo Alí Díaz Gómez" userId="7be0f7cc16a5f5a1" providerId="LiveId" clId="{779A4D45-9DCD-4551-A32D-CEC2956973F4}" dt="2023-03-11T18:47:56.183" v="1017" actId="21"/>
          <ac:spMkLst>
            <pc:docMk/>
            <pc:sldMk cId="2605164926" sldId="374"/>
            <ac:spMk id="40" creationId="{76084484-D840-8C86-B54C-ABB0B5AFDE0E}"/>
          </ac:spMkLst>
        </pc:spChg>
        <pc:spChg chg="add del mod">
          <ac:chgData name="Audo Alí Díaz Gómez" userId="7be0f7cc16a5f5a1" providerId="LiveId" clId="{779A4D45-9DCD-4551-A32D-CEC2956973F4}" dt="2023-03-11T18:47:56.183" v="1017" actId="21"/>
          <ac:spMkLst>
            <pc:docMk/>
            <pc:sldMk cId="2605164926" sldId="374"/>
            <ac:spMk id="41" creationId="{013D7AA6-170C-9F72-2A68-F1554F3A7953}"/>
          </ac:spMkLst>
        </pc:spChg>
        <pc:spChg chg="add del mod">
          <ac:chgData name="Audo Alí Díaz Gómez" userId="7be0f7cc16a5f5a1" providerId="LiveId" clId="{779A4D45-9DCD-4551-A32D-CEC2956973F4}" dt="2023-03-11T18:47:56.183" v="1017" actId="21"/>
          <ac:spMkLst>
            <pc:docMk/>
            <pc:sldMk cId="2605164926" sldId="374"/>
            <ac:spMk id="42" creationId="{CE2196EB-7AA5-F821-9095-2CE1F6ED81AF}"/>
          </ac:spMkLst>
        </pc:spChg>
        <pc:spChg chg="add del mod">
          <ac:chgData name="Audo Alí Díaz Gómez" userId="7be0f7cc16a5f5a1" providerId="LiveId" clId="{779A4D45-9DCD-4551-A32D-CEC2956973F4}" dt="2023-03-11T18:47:56.183" v="1017" actId="21"/>
          <ac:spMkLst>
            <pc:docMk/>
            <pc:sldMk cId="2605164926" sldId="374"/>
            <ac:spMk id="43" creationId="{214B5991-4F84-C748-220D-022F979EBE40}"/>
          </ac:spMkLst>
        </pc:spChg>
        <pc:spChg chg="add del mod">
          <ac:chgData name="Audo Alí Díaz Gómez" userId="7be0f7cc16a5f5a1" providerId="LiveId" clId="{779A4D45-9DCD-4551-A32D-CEC2956973F4}" dt="2023-03-11T18:55:44.261" v="1270" actId="478"/>
          <ac:spMkLst>
            <pc:docMk/>
            <pc:sldMk cId="2605164926" sldId="374"/>
            <ac:spMk id="44" creationId="{F9C0F484-5C50-C89A-CFB1-E05955C630DD}"/>
          </ac:spMkLst>
        </pc:spChg>
        <pc:spChg chg="add mod">
          <ac:chgData name="Audo Alí Díaz Gómez" userId="7be0f7cc16a5f5a1" providerId="LiveId" clId="{779A4D45-9DCD-4551-A32D-CEC2956973F4}" dt="2023-03-11T18:47:01.198" v="979" actId="571"/>
          <ac:spMkLst>
            <pc:docMk/>
            <pc:sldMk cId="2605164926" sldId="374"/>
            <ac:spMk id="45" creationId="{DB11E653-0339-F261-0465-89A65EC1F0A4}"/>
          </ac:spMkLst>
        </pc:spChg>
        <pc:spChg chg="add del mod">
          <ac:chgData name="Audo Alí Díaz Gómez" userId="7be0f7cc16a5f5a1" providerId="LiveId" clId="{779A4D45-9DCD-4551-A32D-CEC2956973F4}" dt="2023-03-11T18:47:11.731" v="989" actId="21"/>
          <ac:spMkLst>
            <pc:docMk/>
            <pc:sldMk cId="2605164926" sldId="374"/>
            <ac:spMk id="46" creationId="{B286CF97-B962-2425-1A78-39F993384CC4}"/>
          </ac:spMkLst>
        </pc:spChg>
        <pc:spChg chg="add mod">
          <ac:chgData name="Audo Alí Díaz Gómez" userId="7be0f7cc16a5f5a1" providerId="LiveId" clId="{779A4D45-9DCD-4551-A32D-CEC2956973F4}" dt="2023-03-11T18:58:47.412" v="1289" actId="208"/>
          <ac:spMkLst>
            <pc:docMk/>
            <pc:sldMk cId="2605164926" sldId="374"/>
            <ac:spMk id="47" creationId="{D3C767FF-BC79-8983-49B6-686934103E57}"/>
          </ac:spMkLst>
        </pc:spChg>
        <pc:spChg chg="add mod">
          <ac:chgData name="Audo Alí Díaz Gómez" userId="7be0f7cc16a5f5a1" providerId="LiveId" clId="{779A4D45-9DCD-4551-A32D-CEC2956973F4}" dt="2023-03-11T18:51:40.666" v="1142" actId="1076"/>
          <ac:spMkLst>
            <pc:docMk/>
            <pc:sldMk cId="2605164926" sldId="374"/>
            <ac:spMk id="48" creationId="{0924B9E6-26C9-EA73-B905-1E6877599991}"/>
          </ac:spMkLst>
        </pc:spChg>
        <pc:spChg chg="add mod">
          <ac:chgData name="Audo Alí Díaz Gómez" userId="7be0f7cc16a5f5a1" providerId="LiveId" clId="{779A4D45-9DCD-4551-A32D-CEC2956973F4}" dt="2023-03-11T18:51:40.666" v="1142" actId="1076"/>
          <ac:spMkLst>
            <pc:docMk/>
            <pc:sldMk cId="2605164926" sldId="374"/>
            <ac:spMk id="49" creationId="{73C31873-14F0-C338-57D1-1309F035DC86}"/>
          </ac:spMkLst>
        </pc:spChg>
        <pc:spChg chg="add mod">
          <ac:chgData name="Audo Alí Díaz Gómez" userId="7be0f7cc16a5f5a1" providerId="LiveId" clId="{779A4D45-9DCD-4551-A32D-CEC2956973F4}" dt="2023-03-11T18:51:40.666" v="1142" actId="1076"/>
          <ac:spMkLst>
            <pc:docMk/>
            <pc:sldMk cId="2605164926" sldId="374"/>
            <ac:spMk id="50" creationId="{21ECD131-BD6D-8E41-D1BB-0EA753B4D50A}"/>
          </ac:spMkLst>
        </pc:spChg>
        <pc:spChg chg="add mod">
          <ac:chgData name="Audo Alí Díaz Gómez" userId="7be0f7cc16a5f5a1" providerId="LiveId" clId="{779A4D45-9DCD-4551-A32D-CEC2956973F4}" dt="2023-03-11T18:51:40.666" v="1142" actId="1076"/>
          <ac:spMkLst>
            <pc:docMk/>
            <pc:sldMk cId="2605164926" sldId="374"/>
            <ac:spMk id="51" creationId="{0EA48C91-3C31-7546-E82E-C5CD9C888D89}"/>
          </ac:spMkLst>
        </pc:spChg>
        <pc:spChg chg="add mod">
          <ac:chgData name="Audo Alí Díaz Gómez" userId="7be0f7cc16a5f5a1" providerId="LiveId" clId="{779A4D45-9DCD-4551-A32D-CEC2956973F4}" dt="2023-03-11T18:51:40.666" v="1142" actId="1076"/>
          <ac:spMkLst>
            <pc:docMk/>
            <pc:sldMk cId="2605164926" sldId="374"/>
            <ac:spMk id="52" creationId="{E6BC559E-2480-8875-28C4-53B5ADD6D686}"/>
          </ac:spMkLst>
        </pc:spChg>
        <pc:spChg chg="add mod">
          <ac:chgData name="Audo Alí Díaz Gómez" userId="7be0f7cc16a5f5a1" providerId="LiveId" clId="{779A4D45-9DCD-4551-A32D-CEC2956973F4}" dt="2023-03-11T18:51:40.666" v="1142" actId="1076"/>
          <ac:spMkLst>
            <pc:docMk/>
            <pc:sldMk cId="2605164926" sldId="374"/>
            <ac:spMk id="53" creationId="{37A93CA8-3C3B-CC5B-AF2D-FDBA7F5157E7}"/>
          </ac:spMkLst>
        </pc:spChg>
        <pc:spChg chg="add mod">
          <ac:chgData name="Audo Alí Díaz Gómez" userId="7be0f7cc16a5f5a1" providerId="LiveId" clId="{779A4D45-9DCD-4551-A32D-CEC2956973F4}" dt="2023-03-11T18:51:40.666" v="1142" actId="1076"/>
          <ac:spMkLst>
            <pc:docMk/>
            <pc:sldMk cId="2605164926" sldId="374"/>
            <ac:spMk id="54" creationId="{14AE52E6-7149-E6D4-B7FA-AE9A6D5B01E0}"/>
          </ac:spMkLst>
        </pc:spChg>
        <pc:spChg chg="add mod">
          <ac:chgData name="Audo Alí Díaz Gómez" userId="7be0f7cc16a5f5a1" providerId="LiveId" clId="{779A4D45-9DCD-4551-A32D-CEC2956973F4}" dt="2023-03-11T18:51:40.666" v="1142" actId="1076"/>
          <ac:spMkLst>
            <pc:docMk/>
            <pc:sldMk cId="2605164926" sldId="374"/>
            <ac:spMk id="55" creationId="{D6A3346C-E8CC-B52A-B273-EE3124A485E8}"/>
          </ac:spMkLst>
        </pc:spChg>
        <pc:spChg chg="add mod">
          <ac:chgData name="Audo Alí Díaz Gómez" userId="7be0f7cc16a5f5a1" providerId="LiveId" clId="{779A4D45-9DCD-4551-A32D-CEC2956973F4}" dt="2023-03-11T18:51:40.666" v="1142" actId="1076"/>
          <ac:spMkLst>
            <pc:docMk/>
            <pc:sldMk cId="2605164926" sldId="374"/>
            <ac:spMk id="56" creationId="{8747FDC7-0238-55A6-D008-C913DE9EBCCF}"/>
          </ac:spMkLst>
        </pc:spChg>
        <pc:spChg chg="add mod">
          <ac:chgData name="Audo Alí Díaz Gómez" userId="7be0f7cc16a5f5a1" providerId="LiveId" clId="{779A4D45-9DCD-4551-A32D-CEC2956973F4}" dt="2023-03-11T18:51:40.666" v="1142" actId="1076"/>
          <ac:spMkLst>
            <pc:docMk/>
            <pc:sldMk cId="2605164926" sldId="374"/>
            <ac:spMk id="57" creationId="{E3384C41-4704-8CE0-5EE5-A2B2C97967FE}"/>
          </ac:spMkLst>
        </pc:spChg>
        <pc:spChg chg="add mod">
          <ac:chgData name="Audo Alí Díaz Gómez" userId="7be0f7cc16a5f5a1" providerId="LiveId" clId="{779A4D45-9DCD-4551-A32D-CEC2956973F4}" dt="2023-03-11T18:51:40.666" v="1142" actId="1076"/>
          <ac:spMkLst>
            <pc:docMk/>
            <pc:sldMk cId="2605164926" sldId="374"/>
            <ac:spMk id="58" creationId="{F638EF3F-575D-3977-A4C8-AF2BD02DF5A8}"/>
          </ac:spMkLst>
        </pc:spChg>
        <pc:spChg chg="add mod">
          <ac:chgData name="Audo Alí Díaz Gómez" userId="7be0f7cc16a5f5a1" providerId="LiveId" clId="{779A4D45-9DCD-4551-A32D-CEC2956973F4}" dt="2023-03-11T18:51:40.666" v="1142" actId="1076"/>
          <ac:spMkLst>
            <pc:docMk/>
            <pc:sldMk cId="2605164926" sldId="374"/>
            <ac:spMk id="59" creationId="{FA9169A5-5172-3AF5-0F6F-C3B55A0AD1D2}"/>
          </ac:spMkLst>
        </pc:spChg>
        <pc:spChg chg="add mod">
          <ac:chgData name="Audo Alí Díaz Gómez" userId="7be0f7cc16a5f5a1" providerId="LiveId" clId="{779A4D45-9DCD-4551-A32D-CEC2956973F4}" dt="2023-03-11T18:51:40.666" v="1142" actId="1076"/>
          <ac:spMkLst>
            <pc:docMk/>
            <pc:sldMk cId="2605164926" sldId="374"/>
            <ac:spMk id="60" creationId="{1DF53F01-DECF-BBB2-C8AD-E3AA4592D5D7}"/>
          </ac:spMkLst>
        </pc:spChg>
        <pc:spChg chg="add del mod">
          <ac:chgData name="Audo Alí Díaz Gómez" userId="7be0f7cc16a5f5a1" providerId="LiveId" clId="{779A4D45-9DCD-4551-A32D-CEC2956973F4}" dt="2023-03-11T18:48:17.581" v="1047" actId="21"/>
          <ac:spMkLst>
            <pc:docMk/>
            <pc:sldMk cId="2605164926" sldId="374"/>
            <ac:spMk id="61" creationId="{D5CDF59B-EE56-8310-8788-15FA29A00533}"/>
          </ac:spMkLst>
        </pc:spChg>
        <pc:spChg chg="add del mod">
          <ac:chgData name="Audo Alí Díaz Gómez" userId="7be0f7cc16a5f5a1" providerId="LiveId" clId="{779A4D45-9DCD-4551-A32D-CEC2956973F4}" dt="2023-03-11T18:48:15.997" v="1046" actId="21"/>
          <ac:spMkLst>
            <pc:docMk/>
            <pc:sldMk cId="2605164926" sldId="374"/>
            <ac:spMk id="62" creationId="{7FD26EBB-2E54-7F69-D7CE-C978D1B78A95}"/>
          </ac:spMkLst>
        </pc:spChg>
        <pc:spChg chg="add del mod">
          <ac:chgData name="Audo Alí Díaz Gómez" userId="7be0f7cc16a5f5a1" providerId="LiveId" clId="{779A4D45-9DCD-4551-A32D-CEC2956973F4}" dt="2023-03-11T18:48:15.997" v="1046" actId="21"/>
          <ac:spMkLst>
            <pc:docMk/>
            <pc:sldMk cId="2605164926" sldId="374"/>
            <ac:spMk id="63" creationId="{92104ECD-21A1-95AC-543E-1F03A268B324}"/>
          </ac:spMkLst>
        </pc:spChg>
        <pc:spChg chg="add del mod">
          <ac:chgData name="Audo Alí Díaz Gómez" userId="7be0f7cc16a5f5a1" providerId="LiveId" clId="{779A4D45-9DCD-4551-A32D-CEC2956973F4}" dt="2023-03-11T18:48:15.997" v="1046" actId="21"/>
          <ac:spMkLst>
            <pc:docMk/>
            <pc:sldMk cId="2605164926" sldId="374"/>
            <ac:spMk id="64" creationId="{31A51E0F-B17D-349F-BD35-9935D3CB6C5A}"/>
          </ac:spMkLst>
        </pc:spChg>
        <pc:spChg chg="add del mod">
          <ac:chgData name="Audo Alí Díaz Gómez" userId="7be0f7cc16a5f5a1" providerId="LiveId" clId="{779A4D45-9DCD-4551-A32D-CEC2956973F4}" dt="2023-03-11T18:48:15.997" v="1046" actId="21"/>
          <ac:spMkLst>
            <pc:docMk/>
            <pc:sldMk cId="2605164926" sldId="374"/>
            <ac:spMk id="65" creationId="{0EF7E108-B642-A3CC-1170-BBCAF6DBDA66}"/>
          </ac:spMkLst>
        </pc:spChg>
        <pc:spChg chg="add del mod">
          <ac:chgData name="Audo Alí Díaz Gómez" userId="7be0f7cc16a5f5a1" providerId="LiveId" clId="{779A4D45-9DCD-4551-A32D-CEC2956973F4}" dt="2023-03-11T18:48:15.997" v="1046" actId="21"/>
          <ac:spMkLst>
            <pc:docMk/>
            <pc:sldMk cId="2605164926" sldId="374"/>
            <ac:spMk id="66" creationId="{09475C22-955E-6723-8EAA-3EA6B2583C33}"/>
          </ac:spMkLst>
        </pc:spChg>
        <pc:spChg chg="add del mod">
          <ac:chgData name="Audo Alí Díaz Gómez" userId="7be0f7cc16a5f5a1" providerId="LiveId" clId="{779A4D45-9DCD-4551-A32D-CEC2956973F4}" dt="2023-03-11T18:48:15.997" v="1046" actId="21"/>
          <ac:spMkLst>
            <pc:docMk/>
            <pc:sldMk cId="2605164926" sldId="374"/>
            <ac:spMk id="67" creationId="{2AF88327-923C-B67C-3499-2B0198438F3C}"/>
          </ac:spMkLst>
        </pc:spChg>
        <pc:spChg chg="add del mod">
          <ac:chgData name="Audo Alí Díaz Gómez" userId="7be0f7cc16a5f5a1" providerId="LiveId" clId="{779A4D45-9DCD-4551-A32D-CEC2956973F4}" dt="2023-03-11T18:48:15.997" v="1046" actId="21"/>
          <ac:spMkLst>
            <pc:docMk/>
            <pc:sldMk cId="2605164926" sldId="374"/>
            <ac:spMk id="68" creationId="{471A1F07-0429-3D92-35D6-123FA4F191E6}"/>
          </ac:spMkLst>
        </pc:spChg>
        <pc:spChg chg="add del mod">
          <ac:chgData name="Audo Alí Díaz Gómez" userId="7be0f7cc16a5f5a1" providerId="LiveId" clId="{779A4D45-9DCD-4551-A32D-CEC2956973F4}" dt="2023-03-11T18:48:15.997" v="1046" actId="21"/>
          <ac:spMkLst>
            <pc:docMk/>
            <pc:sldMk cId="2605164926" sldId="374"/>
            <ac:spMk id="69" creationId="{9B6C7A0F-D9A6-5697-7446-E0E2F46733B8}"/>
          </ac:spMkLst>
        </pc:spChg>
        <pc:spChg chg="add del mod">
          <ac:chgData name="Audo Alí Díaz Gómez" userId="7be0f7cc16a5f5a1" providerId="LiveId" clId="{779A4D45-9DCD-4551-A32D-CEC2956973F4}" dt="2023-03-11T18:48:15.997" v="1046" actId="21"/>
          <ac:spMkLst>
            <pc:docMk/>
            <pc:sldMk cId="2605164926" sldId="374"/>
            <ac:spMk id="70" creationId="{BA73B571-D7A9-9749-19C5-3A5FCBAD3840}"/>
          </ac:spMkLst>
        </pc:spChg>
        <pc:spChg chg="add del mod">
          <ac:chgData name="Audo Alí Díaz Gómez" userId="7be0f7cc16a5f5a1" providerId="LiveId" clId="{779A4D45-9DCD-4551-A32D-CEC2956973F4}" dt="2023-03-11T18:48:15.997" v="1046" actId="21"/>
          <ac:spMkLst>
            <pc:docMk/>
            <pc:sldMk cId="2605164926" sldId="374"/>
            <ac:spMk id="71" creationId="{8B7E68D7-EA50-B020-D9AE-07883FC9AC70}"/>
          </ac:spMkLst>
        </pc:spChg>
        <pc:spChg chg="add del mod">
          <ac:chgData name="Audo Alí Díaz Gómez" userId="7be0f7cc16a5f5a1" providerId="LiveId" clId="{779A4D45-9DCD-4551-A32D-CEC2956973F4}" dt="2023-03-11T18:48:15.997" v="1046" actId="21"/>
          <ac:spMkLst>
            <pc:docMk/>
            <pc:sldMk cId="2605164926" sldId="374"/>
            <ac:spMk id="72" creationId="{4A22B06E-48B2-CA7A-3A13-6D1419862B79}"/>
          </ac:spMkLst>
        </pc:spChg>
        <pc:spChg chg="add del mod">
          <ac:chgData name="Audo Alí Díaz Gómez" userId="7be0f7cc16a5f5a1" providerId="LiveId" clId="{779A4D45-9DCD-4551-A32D-CEC2956973F4}" dt="2023-03-11T18:48:15.997" v="1046" actId="21"/>
          <ac:spMkLst>
            <pc:docMk/>
            <pc:sldMk cId="2605164926" sldId="374"/>
            <ac:spMk id="73" creationId="{3382D57B-3305-0499-774B-501A84A7E55D}"/>
          </ac:spMkLst>
        </pc:spChg>
        <pc:spChg chg="add del mod">
          <ac:chgData name="Audo Alí Díaz Gómez" userId="7be0f7cc16a5f5a1" providerId="LiveId" clId="{779A4D45-9DCD-4551-A32D-CEC2956973F4}" dt="2023-03-11T18:48:15.997" v="1046" actId="21"/>
          <ac:spMkLst>
            <pc:docMk/>
            <pc:sldMk cId="2605164926" sldId="374"/>
            <ac:spMk id="74" creationId="{C3396EF4-D53D-4105-97E3-1403D3A59BAC}"/>
          </ac:spMkLst>
        </pc:spChg>
        <pc:spChg chg="add mod">
          <ac:chgData name="Audo Alí Díaz Gómez" userId="7be0f7cc16a5f5a1" providerId="LiveId" clId="{779A4D45-9DCD-4551-A32D-CEC2956973F4}" dt="2023-03-11T18:58:47.412" v="1289" actId="208"/>
          <ac:spMkLst>
            <pc:docMk/>
            <pc:sldMk cId="2605164926" sldId="374"/>
            <ac:spMk id="75" creationId="{B3506BC6-DA27-83F8-B93D-32F861D92E3F}"/>
          </ac:spMkLst>
        </pc:spChg>
        <pc:spChg chg="add del mod">
          <ac:chgData name="Audo Alí Díaz Gómez" userId="7be0f7cc16a5f5a1" providerId="LiveId" clId="{779A4D45-9DCD-4551-A32D-CEC2956973F4}" dt="2023-03-11T18:55:44.261" v="1270" actId="478"/>
          <ac:spMkLst>
            <pc:docMk/>
            <pc:sldMk cId="2605164926" sldId="374"/>
            <ac:spMk id="76" creationId="{C00B1855-D4B9-6E36-64E2-FA8CF438927E}"/>
          </ac:spMkLst>
        </pc:spChg>
        <pc:spChg chg="add mod">
          <ac:chgData name="Audo Alí Díaz Gómez" userId="7be0f7cc16a5f5a1" providerId="LiveId" clId="{779A4D45-9DCD-4551-A32D-CEC2956973F4}" dt="2023-03-11T18:56:32.129" v="1281" actId="12788"/>
          <ac:spMkLst>
            <pc:docMk/>
            <pc:sldMk cId="2605164926" sldId="374"/>
            <ac:spMk id="77" creationId="{45EC5A73-C158-75F2-2710-BF8FA11B7CC0}"/>
          </ac:spMkLst>
        </pc:spChg>
        <pc:spChg chg="add mod">
          <ac:chgData name="Audo Alí Díaz Gómez" userId="7be0f7cc16a5f5a1" providerId="LiveId" clId="{779A4D45-9DCD-4551-A32D-CEC2956973F4}" dt="2023-03-11T18:56:32.129" v="1281" actId="12788"/>
          <ac:spMkLst>
            <pc:docMk/>
            <pc:sldMk cId="2605164926" sldId="374"/>
            <ac:spMk id="78" creationId="{45F60676-41F2-B465-CB26-63C6993F6992}"/>
          </ac:spMkLst>
        </pc:spChg>
        <pc:spChg chg="add del mod">
          <ac:chgData name="Audo Alí Díaz Gómez" userId="7be0f7cc16a5f5a1" providerId="LiveId" clId="{779A4D45-9DCD-4551-A32D-CEC2956973F4}" dt="2023-03-11T18:55:44.261" v="1270" actId="478"/>
          <ac:spMkLst>
            <pc:docMk/>
            <pc:sldMk cId="2605164926" sldId="374"/>
            <ac:spMk id="79" creationId="{478413D1-8997-B4B4-DDC8-7B439A8F32D4}"/>
          </ac:spMkLst>
        </pc:spChg>
        <pc:spChg chg="add mod">
          <ac:chgData name="Audo Alí Díaz Gómez" userId="7be0f7cc16a5f5a1" providerId="LiveId" clId="{779A4D45-9DCD-4551-A32D-CEC2956973F4}" dt="2023-03-11T18:59:48.743" v="1294" actId="207"/>
          <ac:spMkLst>
            <pc:docMk/>
            <pc:sldMk cId="2605164926" sldId="374"/>
            <ac:spMk id="80" creationId="{116C2EA5-EB30-0546-638B-82E4AFD4A201}"/>
          </ac:spMkLst>
        </pc:spChg>
        <pc:spChg chg="add del mod">
          <ac:chgData name="Audo Alí Díaz Gómez" userId="7be0f7cc16a5f5a1" providerId="LiveId" clId="{779A4D45-9DCD-4551-A32D-CEC2956973F4}" dt="2023-03-11T18:53:42.728" v="1192" actId="21"/>
          <ac:spMkLst>
            <pc:docMk/>
            <pc:sldMk cId="2605164926" sldId="374"/>
            <ac:spMk id="81" creationId="{1D284BDE-5EC6-999F-CDA9-F473849835E0}"/>
          </ac:spMkLst>
        </pc:spChg>
        <pc:spChg chg="add mod">
          <ac:chgData name="Audo Alí Díaz Gómez" userId="7be0f7cc16a5f5a1" providerId="LiveId" clId="{779A4D45-9DCD-4551-A32D-CEC2956973F4}" dt="2023-03-11T18:59:48.743" v="1294" actId="207"/>
          <ac:spMkLst>
            <pc:docMk/>
            <pc:sldMk cId="2605164926" sldId="374"/>
            <ac:spMk id="82" creationId="{7039009F-6FFD-08EA-64FF-347A2F1D3EBB}"/>
          </ac:spMkLst>
        </pc:spChg>
        <pc:spChg chg="add mod">
          <ac:chgData name="Audo Alí Díaz Gómez" userId="7be0f7cc16a5f5a1" providerId="LiveId" clId="{779A4D45-9DCD-4551-A32D-CEC2956973F4}" dt="2023-03-11T18:56:23.647" v="1279" actId="12788"/>
          <ac:spMkLst>
            <pc:docMk/>
            <pc:sldMk cId="2605164926" sldId="374"/>
            <ac:spMk id="83" creationId="{8C67D131-18B1-F7A5-3040-EEBE9D47848E}"/>
          </ac:spMkLst>
        </pc:spChg>
        <pc:spChg chg="add mod">
          <ac:chgData name="Audo Alí Díaz Gómez" userId="7be0f7cc16a5f5a1" providerId="LiveId" clId="{779A4D45-9DCD-4551-A32D-CEC2956973F4}" dt="2023-03-11T18:58:36.260" v="1288" actId="207"/>
          <ac:spMkLst>
            <pc:docMk/>
            <pc:sldMk cId="2605164926" sldId="374"/>
            <ac:spMk id="84" creationId="{3F157CC6-9A41-D0BE-7E5C-33C862E74EF4}"/>
          </ac:spMkLst>
        </pc:spChg>
        <pc:spChg chg="add mod">
          <ac:chgData name="Audo Alí Díaz Gómez" userId="7be0f7cc16a5f5a1" providerId="LiveId" clId="{779A4D45-9DCD-4551-A32D-CEC2956973F4}" dt="2023-03-11T18:56:27.229" v="1280" actId="12788"/>
          <ac:spMkLst>
            <pc:docMk/>
            <pc:sldMk cId="2605164926" sldId="374"/>
            <ac:spMk id="85" creationId="{107E9B1E-6D6F-8C87-3357-2B3DF2BE4DCE}"/>
          </ac:spMkLst>
        </pc:spChg>
        <pc:spChg chg="add mod">
          <ac:chgData name="Audo Alí Díaz Gómez" userId="7be0f7cc16a5f5a1" providerId="LiveId" clId="{779A4D45-9DCD-4551-A32D-CEC2956973F4}" dt="2023-03-11T18:58:36.260" v="1288" actId="207"/>
          <ac:spMkLst>
            <pc:docMk/>
            <pc:sldMk cId="2605164926" sldId="374"/>
            <ac:spMk id="86" creationId="{D4A0BCB9-7852-473E-5039-7CDC88C81B70}"/>
          </ac:spMkLst>
        </pc:spChg>
        <pc:spChg chg="add mod">
          <ac:chgData name="Audo Alí Díaz Gómez" userId="7be0f7cc16a5f5a1" providerId="LiveId" clId="{779A4D45-9DCD-4551-A32D-CEC2956973F4}" dt="2023-03-11T18:56:32.129" v="1281" actId="12788"/>
          <ac:spMkLst>
            <pc:docMk/>
            <pc:sldMk cId="2605164926" sldId="374"/>
            <ac:spMk id="87" creationId="{A7FD5764-3462-AD72-18CD-B0F3398B6537}"/>
          </ac:spMkLst>
        </pc:spChg>
        <pc:spChg chg="add mod">
          <ac:chgData name="Audo Alí Díaz Gómez" userId="7be0f7cc16a5f5a1" providerId="LiveId" clId="{779A4D45-9DCD-4551-A32D-CEC2956973F4}" dt="2023-03-11T18:58:36.260" v="1288" actId="207"/>
          <ac:spMkLst>
            <pc:docMk/>
            <pc:sldMk cId="2605164926" sldId="374"/>
            <ac:spMk id="88" creationId="{0820ADF5-74EC-6B70-D0B5-52C6DACA381C}"/>
          </ac:spMkLst>
        </pc:spChg>
        <pc:grpChg chg="add del mod">
          <ac:chgData name="Audo Alí Díaz Gómez" userId="7be0f7cc16a5f5a1" providerId="LiveId" clId="{779A4D45-9DCD-4551-A32D-CEC2956973F4}" dt="2023-03-11T18:47:40.510" v="1013" actId="21"/>
          <ac:grpSpMkLst>
            <pc:docMk/>
            <pc:sldMk cId="2605164926" sldId="374"/>
            <ac:grpSpMk id="8" creationId="{BB8C188C-9829-3D0E-8465-912F5AE0AA3E}"/>
          </ac:grpSpMkLst>
        </pc:grpChg>
        <pc:grpChg chg="add del mod">
          <ac:chgData name="Audo Alí Díaz Gómez" userId="7be0f7cc16a5f5a1" providerId="LiveId" clId="{779A4D45-9DCD-4551-A32D-CEC2956973F4}" dt="2023-03-11T18:43:40.934" v="897" actId="21"/>
          <ac:grpSpMkLst>
            <pc:docMk/>
            <pc:sldMk cId="2605164926" sldId="374"/>
            <ac:grpSpMk id="15" creationId="{E7546617-7217-D13A-039D-BA8D5B5B19D7}"/>
          </ac:grpSpMkLst>
        </pc:grpChg>
        <pc:grpChg chg="add del mod">
          <ac:chgData name="Audo Alí Díaz Gómez" userId="7be0f7cc16a5f5a1" providerId="LiveId" clId="{779A4D45-9DCD-4551-A32D-CEC2956973F4}" dt="2023-03-11T18:43:40.934" v="897" actId="21"/>
          <ac:grpSpMkLst>
            <pc:docMk/>
            <pc:sldMk cId="2605164926" sldId="374"/>
            <ac:grpSpMk id="22" creationId="{18030452-21C1-95C8-BB1F-759D629E2E15}"/>
          </ac:grpSpMkLst>
        </pc:grpChg>
      </pc:sldChg>
      <pc:sldChg chg="del">
        <pc:chgData name="Audo Alí Díaz Gómez" userId="7be0f7cc16a5f5a1" providerId="LiveId" clId="{779A4D45-9DCD-4551-A32D-CEC2956973F4}" dt="2023-03-11T18:42:14.825" v="878" actId="2696"/>
        <pc:sldMkLst>
          <pc:docMk/>
          <pc:sldMk cId="1344619286" sldId="375"/>
        </pc:sldMkLst>
      </pc:sldChg>
      <pc:sldChg chg="addSp delSp modSp add mod">
        <pc:chgData name="Audo Alí Díaz Gómez" userId="7be0f7cc16a5f5a1" providerId="LiveId" clId="{779A4D45-9DCD-4551-A32D-CEC2956973F4}" dt="2023-03-11T19:00:59.325" v="1324" actId="20577"/>
        <pc:sldMkLst>
          <pc:docMk/>
          <pc:sldMk cId="3076868485" sldId="375"/>
        </pc:sldMkLst>
        <pc:spChg chg="add mod">
          <ac:chgData name="Audo Alí Díaz Gómez" userId="7be0f7cc16a5f5a1" providerId="LiveId" clId="{779A4D45-9DCD-4551-A32D-CEC2956973F4}" dt="2023-03-11T18:52:55.996" v="1184" actId="207"/>
          <ac:spMkLst>
            <pc:docMk/>
            <pc:sldMk cId="3076868485" sldId="375"/>
            <ac:spMk id="3" creationId="{1A044ACE-39D8-CFAA-A7D8-0B00CA20796D}"/>
          </ac:spMkLst>
        </pc:spChg>
        <pc:spChg chg="add mod">
          <ac:chgData name="Audo Alí Díaz Gómez" userId="7be0f7cc16a5f5a1" providerId="LiveId" clId="{779A4D45-9DCD-4551-A32D-CEC2956973F4}" dt="2023-03-11T19:00:46.524" v="1317" actId="20577"/>
          <ac:spMkLst>
            <pc:docMk/>
            <pc:sldMk cId="3076868485" sldId="375"/>
            <ac:spMk id="4" creationId="{63275637-AE2E-0E26-154F-9C30A13E55E6}"/>
          </ac:spMkLst>
        </pc:spChg>
        <pc:spChg chg="add mod">
          <ac:chgData name="Audo Alí Díaz Gómez" userId="7be0f7cc16a5f5a1" providerId="LiveId" clId="{779A4D45-9DCD-4551-A32D-CEC2956973F4}" dt="2023-03-11T19:00:01.712" v="1296" actId="207"/>
          <ac:spMkLst>
            <pc:docMk/>
            <pc:sldMk cId="3076868485" sldId="375"/>
            <ac:spMk id="5" creationId="{996A7268-D8F7-70E8-18EE-D36C8F4836C4}"/>
          </ac:spMkLst>
        </pc:spChg>
        <pc:spChg chg="add mod">
          <ac:chgData name="Audo Alí Díaz Gómez" userId="7be0f7cc16a5f5a1" providerId="LiveId" clId="{779A4D45-9DCD-4551-A32D-CEC2956973F4}" dt="2023-03-11T18:59:58.290" v="1295" actId="207"/>
          <ac:spMkLst>
            <pc:docMk/>
            <pc:sldMk cId="3076868485" sldId="375"/>
            <ac:spMk id="6" creationId="{96C73E0D-A7D8-74F7-9703-60895CBCE02E}"/>
          </ac:spMkLst>
        </pc:spChg>
        <pc:spChg chg="mod">
          <ac:chgData name="Audo Alí Díaz Gómez" userId="7be0f7cc16a5f5a1" providerId="LiveId" clId="{779A4D45-9DCD-4551-A32D-CEC2956973F4}" dt="2023-03-11T18:59:08.179" v="1291" actId="208"/>
          <ac:spMkLst>
            <pc:docMk/>
            <pc:sldMk cId="3076868485" sldId="375"/>
            <ac:spMk id="7" creationId="{C8DB6229-59CC-9EC8-2491-8705B7F01919}"/>
          </ac:spMkLst>
        </pc:spChg>
        <pc:spChg chg="add mod">
          <ac:chgData name="Audo Alí Díaz Gómez" userId="7be0f7cc16a5f5a1" providerId="LiveId" clId="{779A4D45-9DCD-4551-A32D-CEC2956973F4}" dt="2023-03-11T18:59:20.429" v="1292" actId="207"/>
          <ac:spMkLst>
            <pc:docMk/>
            <pc:sldMk cId="3076868485" sldId="375"/>
            <ac:spMk id="8" creationId="{B640C33C-8584-BED3-3BD6-7675A24C56DC}"/>
          </ac:spMkLst>
        </pc:spChg>
        <pc:spChg chg="add mod">
          <ac:chgData name="Audo Alí Díaz Gómez" userId="7be0f7cc16a5f5a1" providerId="LiveId" clId="{779A4D45-9DCD-4551-A32D-CEC2956973F4}" dt="2023-03-11T18:59:00.793" v="1290" actId="207"/>
          <ac:spMkLst>
            <pc:docMk/>
            <pc:sldMk cId="3076868485" sldId="375"/>
            <ac:spMk id="9" creationId="{0C5655F0-0C91-A677-B8B4-7F05BE02F195}"/>
          </ac:spMkLst>
        </pc:spChg>
        <pc:spChg chg="add mod">
          <ac:chgData name="Audo Alí Díaz Gómez" userId="7be0f7cc16a5f5a1" providerId="LiveId" clId="{779A4D45-9DCD-4551-A32D-CEC2956973F4}" dt="2023-03-11T18:59:00.793" v="1290" actId="207"/>
          <ac:spMkLst>
            <pc:docMk/>
            <pc:sldMk cId="3076868485" sldId="375"/>
            <ac:spMk id="10" creationId="{A4EACA43-EE42-2861-E38A-46B88273B3C7}"/>
          </ac:spMkLst>
        </pc:spChg>
        <pc:spChg chg="mod">
          <ac:chgData name="Audo Alí Díaz Gómez" userId="7be0f7cc16a5f5a1" providerId="LiveId" clId="{779A4D45-9DCD-4551-A32D-CEC2956973F4}" dt="2023-03-11T18:57:48.606" v="1286" actId="12788"/>
          <ac:spMkLst>
            <pc:docMk/>
            <pc:sldMk cId="3076868485" sldId="375"/>
            <ac:spMk id="44" creationId="{F9C0F484-5C50-C89A-CFB1-E05955C630DD}"/>
          </ac:spMkLst>
        </pc:spChg>
        <pc:spChg chg="mod">
          <ac:chgData name="Audo Alí Díaz Gómez" userId="7be0f7cc16a5f5a1" providerId="LiveId" clId="{779A4D45-9DCD-4551-A32D-CEC2956973F4}" dt="2023-03-11T18:59:08.179" v="1291" actId="208"/>
          <ac:spMkLst>
            <pc:docMk/>
            <pc:sldMk cId="3076868485" sldId="375"/>
            <ac:spMk id="47" creationId="{D3C767FF-BC79-8983-49B6-686934103E57}"/>
          </ac:spMkLst>
        </pc:spChg>
        <pc:spChg chg="del">
          <ac:chgData name="Audo Alí Díaz Gómez" userId="7be0f7cc16a5f5a1" providerId="LiveId" clId="{779A4D45-9DCD-4551-A32D-CEC2956973F4}" dt="2023-03-11T18:51:57.713" v="1144" actId="21"/>
          <ac:spMkLst>
            <pc:docMk/>
            <pc:sldMk cId="3076868485" sldId="375"/>
            <ac:spMk id="49" creationId="{73C31873-14F0-C338-57D1-1309F035DC86}"/>
          </ac:spMkLst>
        </pc:spChg>
        <pc:spChg chg="del">
          <ac:chgData name="Audo Alí Díaz Gómez" userId="7be0f7cc16a5f5a1" providerId="LiveId" clId="{779A4D45-9DCD-4551-A32D-CEC2956973F4}" dt="2023-03-11T18:51:57.713" v="1144" actId="21"/>
          <ac:spMkLst>
            <pc:docMk/>
            <pc:sldMk cId="3076868485" sldId="375"/>
            <ac:spMk id="50" creationId="{21ECD131-BD6D-8E41-D1BB-0EA753B4D50A}"/>
          </ac:spMkLst>
        </pc:spChg>
        <pc:spChg chg="del">
          <ac:chgData name="Audo Alí Díaz Gómez" userId="7be0f7cc16a5f5a1" providerId="LiveId" clId="{779A4D45-9DCD-4551-A32D-CEC2956973F4}" dt="2023-03-11T18:51:57.713" v="1144" actId="21"/>
          <ac:spMkLst>
            <pc:docMk/>
            <pc:sldMk cId="3076868485" sldId="375"/>
            <ac:spMk id="51" creationId="{0EA48C91-3C31-7546-E82E-C5CD9C888D89}"/>
          </ac:spMkLst>
        </pc:spChg>
        <pc:spChg chg="del">
          <ac:chgData name="Audo Alí Díaz Gómez" userId="7be0f7cc16a5f5a1" providerId="LiveId" clId="{779A4D45-9DCD-4551-A32D-CEC2956973F4}" dt="2023-03-11T18:51:57.713" v="1144" actId="21"/>
          <ac:spMkLst>
            <pc:docMk/>
            <pc:sldMk cId="3076868485" sldId="375"/>
            <ac:spMk id="52" creationId="{E6BC559E-2480-8875-28C4-53B5ADD6D686}"/>
          </ac:spMkLst>
        </pc:spChg>
        <pc:spChg chg="del">
          <ac:chgData name="Audo Alí Díaz Gómez" userId="7be0f7cc16a5f5a1" providerId="LiveId" clId="{779A4D45-9DCD-4551-A32D-CEC2956973F4}" dt="2023-03-11T18:51:57.713" v="1144" actId="21"/>
          <ac:spMkLst>
            <pc:docMk/>
            <pc:sldMk cId="3076868485" sldId="375"/>
            <ac:spMk id="53" creationId="{37A93CA8-3C3B-CC5B-AF2D-FDBA7F5157E7}"/>
          </ac:spMkLst>
        </pc:spChg>
        <pc:spChg chg="del">
          <ac:chgData name="Audo Alí Díaz Gómez" userId="7be0f7cc16a5f5a1" providerId="LiveId" clId="{779A4D45-9DCD-4551-A32D-CEC2956973F4}" dt="2023-03-11T18:51:57.713" v="1144" actId="21"/>
          <ac:spMkLst>
            <pc:docMk/>
            <pc:sldMk cId="3076868485" sldId="375"/>
            <ac:spMk id="54" creationId="{14AE52E6-7149-E6D4-B7FA-AE9A6D5B01E0}"/>
          </ac:spMkLst>
        </pc:spChg>
        <pc:spChg chg="del">
          <ac:chgData name="Audo Alí Díaz Gómez" userId="7be0f7cc16a5f5a1" providerId="LiveId" clId="{779A4D45-9DCD-4551-A32D-CEC2956973F4}" dt="2023-03-11T18:51:57.713" v="1144" actId="21"/>
          <ac:spMkLst>
            <pc:docMk/>
            <pc:sldMk cId="3076868485" sldId="375"/>
            <ac:spMk id="55" creationId="{D6A3346C-E8CC-B52A-B273-EE3124A485E8}"/>
          </ac:spMkLst>
        </pc:spChg>
        <pc:spChg chg="del">
          <ac:chgData name="Audo Alí Díaz Gómez" userId="7be0f7cc16a5f5a1" providerId="LiveId" clId="{779A4D45-9DCD-4551-A32D-CEC2956973F4}" dt="2023-03-11T18:51:57.713" v="1144" actId="21"/>
          <ac:spMkLst>
            <pc:docMk/>
            <pc:sldMk cId="3076868485" sldId="375"/>
            <ac:spMk id="56" creationId="{8747FDC7-0238-55A6-D008-C913DE9EBCCF}"/>
          </ac:spMkLst>
        </pc:spChg>
        <pc:spChg chg="del">
          <ac:chgData name="Audo Alí Díaz Gómez" userId="7be0f7cc16a5f5a1" providerId="LiveId" clId="{779A4D45-9DCD-4551-A32D-CEC2956973F4}" dt="2023-03-11T18:51:57.713" v="1144" actId="21"/>
          <ac:spMkLst>
            <pc:docMk/>
            <pc:sldMk cId="3076868485" sldId="375"/>
            <ac:spMk id="57" creationId="{E3384C41-4704-8CE0-5EE5-A2B2C97967FE}"/>
          </ac:spMkLst>
        </pc:spChg>
        <pc:spChg chg="del">
          <ac:chgData name="Audo Alí Díaz Gómez" userId="7be0f7cc16a5f5a1" providerId="LiveId" clId="{779A4D45-9DCD-4551-A32D-CEC2956973F4}" dt="2023-03-11T18:51:59.343" v="1145" actId="21"/>
          <ac:spMkLst>
            <pc:docMk/>
            <pc:sldMk cId="3076868485" sldId="375"/>
            <ac:spMk id="58" creationId="{F638EF3F-575D-3977-A4C8-AF2BD02DF5A8}"/>
          </ac:spMkLst>
        </pc:spChg>
        <pc:spChg chg="del">
          <ac:chgData name="Audo Alí Díaz Gómez" userId="7be0f7cc16a5f5a1" providerId="LiveId" clId="{779A4D45-9DCD-4551-A32D-CEC2956973F4}" dt="2023-03-11T18:51:57.713" v="1144" actId="21"/>
          <ac:spMkLst>
            <pc:docMk/>
            <pc:sldMk cId="3076868485" sldId="375"/>
            <ac:spMk id="59" creationId="{FA9169A5-5172-3AF5-0F6F-C3B55A0AD1D2}"/>
          </ac:spMkLst>
        </pc:spChg>
        <pc:spChg chg="mod">
          <ac:chgData name="Audo Alí Díaz Gómez" userId="7be0f7cc16a5f5a1" providerId="LiveId" clId="{779A4D45-9DCD-4551-A32D-CEC2956973F4}" dt="2023-03-11T19:00:23.145" v="1305" actId="207"/>
          <ac:spMkLst>
            <pc:docMk/>
            <pc:sldMk cId="3076868485" sldId="375"/>
            <ac:spMk id="60" creationId="{1DF53F01-DECF-BBB2-C8AD-E3AA4592D5D7}"/>
          </ac:spMkLst>
        </pc:spChg>
        <pc:spChg chg="mod">
          <ac:chgData name="Audo Alí Díaz Gómez" userId="7be0f7cc16a5f5a1" providerId="LiveId" clId="{779A4D45-9DCD-4551-A32D-CEC2956973F4}" dt="2023-03-11T18:59:25.994" v="1293" actId="208"/>
          <ac:spMkLst>
            <pc:docMk/>
            <pc:sldMk cId="3076868485" sldId="375"/>
            <ac:spMk id="75" creationId="{B3506BC6-DA27-83F8-B93D-32F861D92E3F}"/>
          </ac:spMkLst>
        </pc:spChg>
        <pc:spChg chg="del">
          <ac:chgData name="Audo Alí Díaz Gómez" userId="7be0f7cc16a5f5a1" providerId="LiveId" clId="{779A4D45-9DCD-4551-A32D-CEC2956973F4}" dt="2023-03-11T18:54:37.322" v="1197" actId="21"/>
          <ac:spMkLst>
            <pc:docMk/>
            <pc:sldMk cId="3076868485" sldId="375"/>
            <ac:spMk id="76" creationId="{C00B1855-D4B9-6E36-64E2-FA8CF438927E}"/>
          </ac:spMkLst>
        </pc:spChg>
        <pc:spChg chg="mod">
          <ac:chgData name="Audo Alí Díaz Gómez" userId="7be0f7cc16a5f5a1" providerId="LiveId" clId="{779A4D45-9DCD-4551-A32D-CEC2956973F4}" dt="2023-03-11T18:57:53.631" v="1287" actId="1076"/>
          <ac:spMkLst>
            <pc:docMk/>
            <pc:sldMk cId="3076868485" sldId="375"/>
            <ac:spMk id="77" creationId="{45EC5A73-C158-75F2-2710-BF8FA11B7CC0}"/>
          </ac:spMkLst>
        </pc:spChg>
        <pc:spChg chg="mod">
          <ac:chgData name="Audo Alí Díaz Gómez" userId="7be0f7cc16a5f5a1" providerId="LiveId" clId="{779A4D45-9DCD-4551-A32D-CEC2956973F4}" dt="2023-03-11T19:00:59.325" v="1324" actId="20577"/>
          <ac:spMkLst>
            <pc:docMk/>
            <pc:sldMk cId="3076868485" sldId="375"/>
            <ac:spMk id="78" creationId="{45F60676-41F2-B465-CB26-63C6993F6992}"/>
          </ac:spMkLst>
        </pc:spChg>
        <pc:spChg chg="mod">
          <ac:chgData name="Audo Alí Díaz Gómez" userId="7be0f7cc16a5f5a1" providerId="LiveId" clId="{779A4D45-9DCD-4551-A32D-CEC2956973F4}" dt="2023-03-11T18:57:45.196" v="1285" actId="12788"/>
          <ac:spMkLst>
            <pc:docMk/>
            <pc:sldMk cId="3076868485" sldId="375"/>
            <ac:spMk id="79" creationId="{478413D1-8997-B4B4-DDC8-7B439A8F32D4}"/>
          </ac:spMkLst>
        </pc:spChg>
        <pc:spChg chg="del mod">
          <ac:chgData name="Audo Alí Díaz Gómez" userId="7be0f7cc16a5f5a1" providerId="LiveId" clId="{779A4D45-9DCD-4551-A32D-CEC2956973F4}" dt="2023-03-11T18:54:24.853" v="1195" actId="478"/>
          <ac:spMkLst>
            <pc:docMk/>
            <pc:sldMk cId="3076868485" sldId="375"/>
            <ac:spMk id="80" creationId="{116C2EA5-EB30-0546-638B-82E4AFD4A201}"/>
          </ac:spMkLst>
        </pc:spChg>
        <pc:spChg chg="del mod">
          <ac:chgData name="Audo Alí Díaz Gómez" userId="7be0f7cc16a5f5a1" providerId="LiveId" clId="{779A4D45-9DCD-4551-A32D-CEC2956973F4}" dt="2023-03-11T18:54:24.853" v="1195" actId="478"/>
          <ac:spMkLst>
            <pc:docMk/>
            <pc:sldMk cId="3076868485" sldId="375"/>
            <ac:spMk id="81" creationId="{1D284BDE-5EC6-999F-CDA9-F473849835E0}"/>
          </ac:spMkLst>
        </pc:spChg>
      </pc:sldChg>
      <pc:sldChg chg="del">
        <pc:chgData name="Audo Alí Díaz Gómez" userId="7be0f7cc16a5f5a1" providerId="LiveId" clId="{779A4D45-9DCD-4551-A32D-CEC2956973F4}" dt="2023-03-11T18:42:14.825" v="878" actId="2696"/>
        <pc:sldMkLst>
          <pc:docMk/>
          <pc:sldMk cId="3876064673" sldId="376"/>
        </pc:sldMkLst>
      </pc:sldChg>
    </pc:docChg>
  </pc:docChgLst>
  <pc:docChgLst>
    <pc:chgData name="Audo Alí Díaz Gómez" userId="7be0f7cc16a5f5a1" providerId="LiveId" clId="{492D03A8-2442-42B3-9046-5E7A8ECE5546}"/>
    <pc:docChg chg="undo redo custSel addSld delSld modSld">
      <pc:chgData name="Audo Alí Díaz Gómez" userId="7be0f7cc16a5f5a1" providerId="LiveId" clId="{492D03A8-2442-42B3-9046-5E7A8ECE5546}" dt="2023-02-26T23:49:40.286" v="1485" actId="255"/>
      <pc:docMkLst>
        <pc:docMk/>
      </pc:docMkLst>
      <pc:sldChg chg="del">
        <pc:chgData name="Audo Alí Díaz Gómez" userId="7be0f7cc16a5f5a1" providerId="LiveId" clId="{492D03A8-2442-42B3-9046-5E7A8ECE5546}" dt="2023-02-26T23:11:05.606" v="14" actId="2696"/>
        <pc:sldMkLst>
          <pc:docMk/>
          <pc:sldMk cId="3756052051" sldId="372"/>
        </pc:sldMkLst>
      </pc:sldChg>
      <pc:sldChg chg="delSp modSp mod">
        <pc:chgData name="Audo Alí Díaz Gómez" userId="7be0f7cc16a5f5a1" providerId="LiveId" clId="{492D03A8-2442-42B3-9046-5E7A8ECE5546}" dt="2023-02-26T23:47:30.920" v="1449" actId="20577"/>
        <pc:sldMkLst>
          <pc:docMk/>
          <pc:sldMk cId="2593080630" sldId="373"/>
        </pc:sldMkLst>
        <pc:spChg chg="mod">
          <ac:chgData name="Audo Alí Díaz Gómez" userId="7be0f7cc16a5f5a1" providerId="LiveId" clId="{492D03A8-2442-42B3-9046-5E7A8ECE5546}" dt="2023-02-26T23:34:03.810" v="676" actId="20577"/>
          <ac:spMkLst>
            <pc:docMk/>
            <pc:sldMk cId="2593080630" sldId="373"/>
            <ac:spMk id="2" creationId="{F3038A3E-D4FF-F048-996C-39F969F7EED4}"/>
          </ac:spMkLst>
        </pc:spChg>
        <pc:spChg chg="mod">
          <ac:chgData name="Audo Alí Díaz Gómez" userId="7be0f7cc16a5f5a1" providerId="LiveId" clId="{492D03A8-2442-42B3-9046-5E7A8ECE5546}" dt="2023-02-26T23:47:30.920" v="1449" actId="20577"/>
          <ac:spMkLst>
            <pc:docMk/>
            <pc:sldMk cId="2593080630" sldId="373"/>
            <ac:spMk id="3" creationId="{B0A4CB58-67A4-E04F-8046-8E43D0DF01CA}"/>
          </ac:spMkLst>
        </pc:spChg>
        <pc:spChg chg="del">
          <ac:chgData name="Audo Alí Díaz Gómez" userId="7be0f7cc16a5f5a1" providerId="LiveId" clId="{492D03A8-2442-42B3-9046-5E7A8ECE5546}" dt="2023-02-26T23:11:16.665" v="18" actId="478"/>
          <ac:spMkLst>
            <pc:docMk/>
            <pc:sldMk cId="2593080630" sldId="373"/>
            <ac:spMk id="7" creationId="{9F1E18BE-A41C-0942-9098-A001CD6B4ABA}"/>
          </ac:spMkLst>
        </pc:spChg>
        <pc:spChg chg="del">
          <ac:chgData name="Audo Alí Díaz Gómez" userId="7be0f7cc16a5f5a1" providerId="LiveId" clId="{492D03A8-2442-42B3-9046-5E7A8ECE5546}" dt="2023-02-26T23:26:31.133" v="86" actId="21"/>
          <ac:spMkLst>
            <pc:docMk/>
            <pc:sldMk cId="2593080630" sldId="373"/>
            <ac:spMk id="9" creationId="{AC03F675-B5F1-92C4-F6D6-A0ACDCFD2607}"/>
          </ac:spMkLst>
        </pc:spChg>
        <pc:spChg chg="del">
          <ac:chgData name="Audo Alí Díaz Gómez" userId="7be0f7cc16a5f5a1" providerId="LiveId" clId="{492D03A8-2442-42B3-9046-5E7A8ECE5546}" dt="2023-02-26T23:26:30.572" v="85" actId="21"/>
          <ac:spMkLst>
            <pc:docMk/>
            <pc:sldMk cId="2593080630" sldId="373"/>
            <ac:spMk id="11" creationId="{703D0BD0-29BD-36E5-5F35-FC7F015697BD}"/>
          </ac:spMkLst>
        </pc:spChg>
        <pc:spChg chg="del">
          <ac:chgData name="Audo Alí Díaz Gómez" userId="7be0f7cc16a5f5a1" providerId="LiveId" clId="{492D03A8-2442-42B3-9046-5E7A8ECE5546}" dt="2023-02-26T23:11:15.644" v="17" actId="478"/>
          <ac:spMkLst>
            <pc:docMk/>
            <pc:sldMk cId="2593080630" sldId="373"/>
            <ac:spMk id="12" creationId="{0FA391A6-AB3C-4B5A-73DB-51A232C915A8}"/>
          </ac:spMkLst>
        </pc:spChg>
        <pc:spChg chg="del">
          <ac:chgData name="Audo Alí Díaz Gómez" userId="7be0f7cc16a5f5a1" providerId="LiveId" clId="{492D03A8-2442-42B3-9046-5E7A8ECE5546}" dt="2023-02-26T23:11:15.644" v="17" actId="478"/>
          <ac:spMkLst>
            <pc:docMk/>
            <pc:sldMk cId="2593080630" sldId="373"/>
            <ac:spMk id="13" creationId="{DB7EC378-1EE2-D134-DD33-CDBC3052FFDC}"/>
          </ac:spMkLst>
        </pc:spChg>
        <pc:spChg chg="del">
          <ac:chgData name="Audo Alí Díaz Gómez" userId="7be0f7cc16a5f5a1" providerId="LiveId" clId="{492D03A8-2442-42B3-9046-5E7A8ECE5546}" dt="2023-02-26T23:11:15.644" v="17" actId="478"/>
          <ac:spMkLst>
            <pc:docMk/>
            <pc:sldMk cId="2593080630" sldId="373"/>
            <ac:spMk id="14" creationId="{732D37E0-57E4-358E-BE94-6AEEC3D26F15}"/>
          </ac:spMkLst>
        </pc:spChg>
      </pc:sldChg>
      <pc:sldChg chg="modSp add del mod">
        <pc:chgData name="Audo Alí Díaz Gómez" userId="7be0f7cc16a5f5a1" providerId="LiveId" clId="{492D03A8-2442-42B3-9046-5E7A8ECE5546}" dt="2023-02-26T23:49:13.022" v="1484" actId="47"/>
        <pc:sldMkLst>
          <pc:docMk/>
          <pc:sldMk cId="2640110937" sldId="374"/>
        </pc:sldMkLst>
        <pc:spChg chg="mod">
          <ac:chgData name="Audo Alí Díaz Gómez" userId="7be0f7cc16a5f5a1" providerId="LiveId" clId="{492D03A8-2442-42B3-9046-5E7A8ECE5546}" dt="2023-02-26T23:41:06.544" v="1203" actId="20577"/>
          <ac:spMkLst>
            <pc:docMk/>
            <pc:sldMk cId="2640110937" sldId="374"/>
            <ac:spMk id="3" creationId="{B0A4CB58-67A4-E04F-8046-8E43D0DF01CA}"/>
          </ac:spMkLst>
        </pc:spChg>
      </pc:sldChg>
      <pc:sldChg chg="del">
        <pc:chgData name="Audo Alí Díaz Gómez" userId="7be0f7cc16a5f5a1" providerId="LiveId" clId="{492D03A8-2442-42B3-9046-5E7A8ECE5546}" dt="2023-02-26T23:08:03.808" v="13" actId="47"/>
        <pc:sldMkLst>
          <pc:docMk/>
          <pc:sldMk cId="4281418759" sldId="374"/>
        </pc:sldMkLst>
      </pc:sldChg>
      <pc:sldChg chg="modSp add mod">
        <pc:chgData name="Audo Alí Díaz Gómez" userId="7be0f7cc16a5f5a1" providerId="LiveId" clId="{492D03A8-2442-42B3-9046-5E7A8ECE5546}" dt="2023-02-26T23:49:40.286" v="1485" actId="255"/>
        <pc:sldMkLst>
          <pc:docMk/>
          <pc:sldMk cId="1344619286" sldId="375"/>
        </pc:sldMkLst>
        <pc:spChg chg="mod">
          <ac:chgData name="Audo Alí Díaz Gómez" userId="7be0f7cc16a5f5a1" providerId="LiveId" clId="{492D03A8-2442-42B3-9046-5E7A8ECE5546}" dt="2023-02-26T23:49:40.286" v="1485" actId="255"/>
          <ac:spMkLst>
            <pc:docMk/>
            <pc:sldMk cId="1344619286" sldId="375"/>
            <ac:spMk id="3" creationId="{B0A4CB58-67A4-E04F-8046-8E43D0DF01CA}"/>
          </ac:spMkLst>
        </pc:spChg>
      </pc:sldChg>
      <pc:sldChg chg="modSp add mod">
        <pc:chgData name="Audo Alí Díaz Gómez" userId="7be0f7cc16a5f5a1" providerId="LiveId" clId="{492D03A8-2442-42B3-9046-5E7A8ECE5546}" dt="2023-02-26T23:48:32.312" v="1483" actId="20577"/>
        <pc:sldMkLst>
          <pc:docMk/>
          <pc:sldMk cId="3876064673" sldId="376"/>
        </pc:sldMkLst>
        <pc:spChg chg="mod">
          <ac:chgData name="Audo Alí Díaz Gómez" userId="7be0f7cc16a5f5a1" providerId="LiveId" clId="{492D03A8-2442-42B3-9046-5E7A8ECE5546}" dt="2023-02-26T23:48:32.312" v="1483" actId="20577"/>
          <ac:spMkLst>
            <pc:docMk/>
            <pc:sldMk cId="3876064673" sldId="376"/>
            <ac:spMk id="3" creationId="{B0A4CB58-67A4-E04F-8046-8E43D0DF01CA}"/>
          </ac:spMkLst>
        </pc:spChg>
      </pc:sldChg>
    </pc:docChg>
  </pc:docChgLst>
  <pc:docChgLst>
    <pc:chgData name="Audo Alí Díaz Gómez" userId="7be0f7cc16a5f5a1" providerId="LiveId" clId="{6CEE7326-A3FB-40F6-9B73-973EE95D0C46}"/>
    <pc:docChg chg="undo redo custSel addSld delSld modSld sldOrd">
      <pc:chgData name="Audo Alí Díaz Gómez" userId="7be0f7cc16a5f5a1" providerId="LiveId" clId="{6CEE7326-A3FB-40F6-9B73-973EE95D0C46}" dt="2023-01-17T14:32:18.761" v="670" actId="1036"/>
      <pc:docMkLst>
        <pc:docMk/>
      </pc:docMkLst>
      <pc:sldChg chg="del">
        <pc:chgData name="Audo Alí Díaz Gómez" userId="7be0f7cc16a5f5a1" providerId="LiveId" clId="{6CEE7326-A3FB-40F6-9B73-973EE95D0C46}" dt="2023-01-17T13:50:31.077" v="0" actId="47"/>
        <pc:sldMkLst>
          <pc:docMk/>
          <pc:sldMk cId="1364928865" sldId="269"/>
        </pc:sldMkLst>
      </pc:sldChg>
      <pc:sldChg chg="modSp mod">
        <pc:chgData name="Audo Alí Díaz Gómez" userId="7be0f7cc16a5f5a1" providerId="LiveId" clId="{6CEE7326-A3FB-40F6-9B73-973EE95D0C46}" dt="2023-01-17T13:51:56.242" v="1" actId="5793"/>
        <pc:sldMkLst>
          <pc:docMk/>
          <pc:sldMk cId="470557896" sldId="271"/>
        </pc:sldMkLst>
        <pc:spChg chg="mod">
          <ac:chgData name="Audo Alí Díaz Gómez" userId="7be0f7cc16a5f5a1" providerId="LiveId" clId="{6CEE7326-A3FB-40F6-9B73-973EE95D0C46}" dt="2023-01-17T13:51:56.242" v="1" actId="5793"/>
          <ac:spMkLst>
            <pc:docMk/>
            <pc:sldMk cId="470557896" sldId="271"/>
            <ac:spMk id="3" creationId="{B0A4CB58-67A4-E04F-8046-8E43D0DF01CA}"/>
          </ac:spMkLst>
        </pc:spChg>
      </pc:sldChg>
      <pc:sldChg chg="del">
        <pc:chgData name="Audo Alí Díaz Gómez" userId="7be0f7cc16a5f5a1" providerId="LiveId" clId="{6CEE7326-A3FB-40F6-9B73-973EE95D0C46}" dt="2023-01-17T14:09:09.592" v="408" actId="47"/>
        <pc:sldMkLst>
          <pc:docMk/>
          <pc:sldMk cId="4057406602" sldId="274"/>
        </pc:sldMkLst>
      </pc:sldChg>
      <pc:sldChg chg="addSp modSp mod">
        <pc:chgData name="Audo Alí Díaz Gómez" userId="7be0f7cc16a5f5a1" providerId="LiveId" clId="{6CEE7326-A3FB-40F6-9B73-973EE95D0C46}" dt="2023-01-17T14:08:32.969" v="406"/>
        <pc:sldMkLst>
          <pc:docMk/>
          <pc:sldMk cId="3123460845" sldId="275"/>
        </pc:sldMkLst>
        <pc:spChg chg="add mod">
          <ac:chgData name="Audo Alí Díaz Gómez" userId="7be0f7cc16a5f5a1" providerId="LiveId" clId="{6CEE7326-A3FB-40F6-9B73-973EE95D0C46}" dt="2023-01-17T14:07:25.314" v="370" actId="1076"/>
          <ac:spMkLst>
            <pc:docMk/>
            <pc:sldMk cId="3123460845" sldId="275"/>
            <ac:spMk id="4" creationId="{85D60499-586C-42FB-E7C0-AA2CBE4F8A94}"/>
          </ac:spMkLst>
        </pc:spChg>
        <pc:spChg chg="add mod">
          <ac:chgData name="Audo Alí Díaz Gómez" userId="7be0f7cc16a5f5a1" providerId="LiveId" clId="{6CEE7326-A3FB-40F6-9B73-973EE95D0C46}" dt="2023-01-17T14:07:33.050" v="387" actId="1036"/>
          <ac:spMkLst>
            <pc:docMk/>
            <pc:sldMk cId="3123460845" sldId="275"/>
            <ac:spMk id="7" creationId="{5DBFB0F1-34EB-DF59-025A-92EDA65455C6}"/>
          </ac:spMkLst>
        </pc:spChg>
        <pc:spChg chg="add mod">
          <ac:chgData name="Audo Alí Díaz Gómez" userId="7be0f7cc16a5f5a1" providerId="LiveId" clId="{6CEE7326-A3FB-40F6-9B73-973EE95D0C46}" dt="2023-01-17T14:07:37.939" v="394" actId="14100"/>
          <ac:spMkLst>
            <pc:docMk/>
            <pc:sldMk cId="3123460845" sldId="275"/>
            <ac:spMk id="8" creationId="{62B74D0F-869C-33B1-3259-6F3AFF749888}"/>
          </ac:spMkLst>
        </pc:spChg>
        <pc:spChg chg="add mod">
          <ac:chgData name="Audo Alí Díaz Gómez" userId="7be0f7cc16a5f5a1" providerId="LiveId" clId="{6CEE7326-A3FB-40F6-9B73-973EE95D0C46}" dt="2023-01-17T14:07:42.415" v="397" actId="1037"/>
          <ac:spMkLst>
            <pc:docMk/>
            <pc:sldMk cId="3123460845" sldId="275"/>
            <ac:spMk id="9" creationId="{54654E73-E61C-3A3A-A171-A6A1D0CEE5E3}"/>
          </ac:spMkLst>
        </pc:spChg>
        <pc:spChg chg="add mod">
          <ac:chgData name="Audo Alí Díaz Gómez" userId="7be0f7cc16a5f5a1" providerId="LiveId" clId="{6CEE7326-A3FB-40F6-9B73-973EE95D0C46}" dt="2023-01-17T14:08:32.969" v="406"/>
          <ac:spMkLst>
            <pc:docMk/>
            <pc:sldMk cId="3123460845" sldId="275"/>
            <ac:spMk id="10" creationId="{4B4E791A-7484-FA9A-2466-FB6D60996CDF}"/>
          </ac:spMkLst>
        </pc:spChg>
        <pc:picChg chg="add mod">
          <ac:chgData name="Audo Alí Díaz Gómez" userId="7be0f7cc16a5f5a1" providerId="LiveId" clId="{6CEE7326-A3FB-40F6-9B73-973EE95D0C46}" dt="2023-01-17T14:07:26.552" v="372" actId="571"/>
          <ac:picMkLst>
            <pc:docMk/>
            <pc:sldMk cId="3123460845" sldId="275"/>
            <ac:picMk id="6" creationId="{E4E60403-5495-0790-9C31-FB9212B19339}"/>
          </ac:picMkLst>
        </pc:picChg>
      </pc:sldChg>
      <pc:sldChg chg="addSp delSp modSp mod">
        <pc:chgData name="Audo Alí Díaz Gómez" userId="7be0f7cc16a5f5a1" providerId="LiveId" clId="{6CEE7326-A3FB-40F6-9B73-973EE95D0C46}" dt="2023-01-17T13:55:52.200" v="52" actId="21"/>
        <pc:sldMkLst>
          <pc:docMk/>
          <pc:sldMk cId="2204597158" sldId="276"/>
        </pc:sldMkLst>
        <pc:spChg chg="add del mod">
          <ac:chgData name="Audo Alí Díaz Gómez" userId="7be0f7cc16a5f5a1" providerId="LiveId" clId="{6CEE7326-A3FB-40F6-9B73-973EE95D0C46}" dt="2023-01-17T13:55:52.200" v="52" actId="21"/>
          <ac:spMkLst>
            <pc:docMk/>
            <pc:sldMk cId="2204597158" sldId="276"/>
            <ac:spMk id="4" creationId="{4A6A034F-9EE2-518E-680C-570AFF11801D}"/>
          </ac:spMkLst>
        </pc:spChg>
      </pc:sldChg>
      <pc:sldChg chg="addSp delSp modSp add mod">
        <pc:chgData name="Audo Alí Díaz Gómez" userId="7be0f7cc16a5f5a1" providerId="LiveId" clId="{6CEE7326-A3FB-40F6-9B73-973EE95D0C46}" dt="2023-01-17T13:53:12.661" v="22" actId="1035"/>
        <pc:sldMkLst>
          <pc:docMk/>
          <pc:sldMk cId="876644170" sldId="291"/>
        </pc:sldMkLst>
        <pc:spChg chg="add mod">
          <ac:chgData name="Audo Alí Díaz Gómez" userId="7be0f7cc16a5f5a1" providerId="LiveId" clId="{6CEE7326-A3FB-40F6-9B73-973EE95D0C46}" dt="2023-01-17T13:53:12.661" v="22" actId="1035"/>
          <ac:spMkLst>
            <pc:docMk/>
            <pc:sldMk cId="876644170" sldId="291"/>
            <ac:spMk id="4" creationId="{265429DC-CDCB-623D-1AB5-293B4406158C}"/>
          </ac:spMkLst>
        </pc:spChg>
        <pc:spChg chg="add del mod">
          <ac:chgData name="Audo Alí Díaz Gómez" userId="7be0f7cc16a5f5a1" providerId="LiveId" clId="{6CEE7326-A3FB-40F6-9B73-973EE95D0C46}" dt="2023-01-17T13:52:54.246" v="11" actId="21"/>
          <ac:spMkLst>
            <pc:docMk/>
            <pc:sldMk cId="876644170" sldId="291"/>
            <ac:spMk id="6" creationId="{39C8E9E5-A7C7-2323-AD54-ED3D96AAB163}"/>
          </ac:spMkLst>
        </pc:spChg>
        <pc:spChg chg="add mod">
          <ac:chgData name="Audo Alí Díaz Gómez" userId="7be0f7cc16a5f5a1" providerId="LiveId" clId="{6CEE7326-A3FB-40F6-9B73-973EE95D0C46}" dt="2023-01-17T13:53:12.661" v="22" actId="1035"/>
          <ac:spMkLst>
            <pc:docMk/>
            <pc:sldMk cId="876644170" sldId="291"/>
            <ac:spMk id="9" creationId="{18A21EBA-03BB-8725-DE59-82298ADDAA18}"/>
          </ac:spMkLst>
        </pc:spChg>
        <pc:picChg chg="add mod">
          <ac:chgData name="Audo Alí Díaz Gómez" userId="7be0f7cc16a5f5a1" providerId="LiveId" clId="{6CEE7326-A3FB-40F6-9B73-973EE95D0C46}" dt="2023-01-17T13:53:01.405" v="15" actId="571"/>
          <ac:picMkLst>
            <pc:docMk/>
            <pc:sldMk cId="876644170" sldId="291"/>
            <ac:picMk id="8" creationId="{B391A21C-24C3-6EA8-6456-3C8739C483E8}"/>
          </ac:picMkLst>
        </pc:picChg>
      </pc:sldChg>
      <pc:sldChg chg="addSp delSp modSp add mod">
        <pc:chgData name="Audo Alí Díaz Gómez" userId="7be0f7cc16a5f5a1" providerId="LiveId" clId="{6CEE7326-A3FB-40F6-9B73-973EE95D0C46}" dt="2023-01-17T13:55:08.102" v="46" actId="14100"/>
        <pc:sldMkLst>
          <pc:docMk/>
          <pc:sldMk cId="687651812" sldId="292"/>
        </pc:sldMkLst>
        <pc:spChg chg="del mod">
          <ac:chgData name="Audo Alí Díaz Gómez" userId="7be0f7cc16a5f5a1" providerId="LiveId" clId="{6CEE7326-A3FB-40F6-9B73-973EE95D0C46}" dt="2023-01-17T13:54:30.570" v="41" actId="21"/>
          <ac:spMkLst>
            <pc:docMk/>
            <pc:sldMk cId="687651812" sldId="292"/>
            <ac:spMk id="4" creationId="{265429DC-CDCB-623D-1AB5-293B4406158C}"/>
          </ac:spMkLst>
        </pc:spChg>
        <pc:spChg chg="add mod">
          <ac:chgData name="Audo Alí Díaz Gómez" userId="7be0f7cc16a5f5a1" providerId="LiveId" clId="{6CEE7326-A3FB-40F6-9B73-973EE95D0C46}" dt="2023-01-17T13:53:28.136" v="25" actId="571"/>
          <ac:spMkLst>
            <pc:docMk/>
            <pc:sldMk cId="687651812" sldId="292"/>
            <ac:spMk id="6" creationId="{718A2898-86C0-5B56-AA5F-CC105A7926DD}"/>
          </ac:spMkLst>
        </pc:spChg>
        <pc:spChg chg="add del mod">
          <ac:chgData name="Audo Alí Díaz Gómez" userId="7be0f7cc16a5f5a1" providerId="LiveId" clId="{6CEE7326-A3FB-40F6-9B73-973EE95D0C46}" dt="2023-01-17T13:54:11.333" v="33"/>
          <ac:spMkLst>
            <pc:docMk/>
            <pc:sldMk cId="687651812" sldId="292"/>
            <ac:spMk id="8" creationId="{039552DB-5476-6E44-C671-762416BEB7A3}"/>
          </ac:spMkLst>
        </pc:spChg>
        <pc:spChg chg="del mod">
          <ac:chgData name="Audo Alí Díaz Gómez" userId="7be0f7cc16a5f5a1" providerId="LiveId" clId="{6CEE7326-A3FB-40F6-9B73-973EE95D0C46}" dt="2023-01-17T13:54:29.944" v="40" actId="21"/>
          <ac:spMkLst>
            <pc:docMk/>
            <pc:sldMk cId="687651812" sldId="292"/>
            <ac:spMk id="9" creationId="{18A21EBA-03BB-8725-DE59-82298ADDAA18}"/>
          </ac:spMkLst>
        </pc:spChg>
        <pc:spChg chg="add mod">
          <ac:chgData name="Audo Alí Díaz Gómez" userId="7be0f7cc16a5f5a1" providerId="LiveId" clId="{6CEE7326-A3FB-40F6-9B73-973EE95D0C46}" dt="2023-01-17T13:55:08.102" v="46" actId="14100"/>
          <ac:spMkLst>
            <pc:docMk/>
            <pc:sldMk cId="687651812" sldId="292"/>
            <ac:spMk id="10" creationId="{06539B6C-C100-C81B-6495-832D7798D60B}"/>
          </ac:spMkLst>
        </pc:spChg>
      </pc:sldChg>
      <pc:sldChg chg="add del">
        <pc:chgData name="Audo Alí Díaz Gómez" userId="7be0f7cc16a5f5a1" providerId="LiveId" clId="{6CEE7326-A3FB-40F6-9B73-973EE95D0C46}" dt="2023-01-17T13:53:56.948" v="29"/>
        <pc:sldMkLst>
          <pc:docMk/>
          <pc:sldMk cId="248388786" sldId="293"/>
        </pc:sldMkLst>
      </pc:sldChg>
      <pc:sldChg chg="add">
        <pc:chgData name="Audo Alí Díaz Gómez" userId="7be0f7cc16a5f5a1" providerId="LiveId" clId="{6CEE7326-A3FB-40F6-9B73-973EE95D0C46}" dt="2023-01-17T13:54:13.079" v="34"/>
        <pc:sldMkLst>
          <pc:docMk/>
          <pc:sldMk cId="2128076171" sldId="293"/>
        </pc:sldMkLst>
      </pc:sldChg>
      <pc:sldChg chg="new del">
        <pc:chgData name="Audo Alí Díaz Gómez" userId="7be0f7cc16a5f5a1" providerId="LiveId" clId="{6CEE7326-A3FB-40F6-9B73-973EE95D0C46}" dt="2023-01-17T13:55:03.902" v="44" actId="680"/>
        <pc:sldMkLst>
          <pc:docMk/>
          <pc:sldMk cId="2014018008" sldId="294"/>
        </pc:sldMkLst>
      </pc:sldChg>
      <pc:sldChg chg="add">
        <pc:chgData name="Audo Alí Díaz Gómez" userId="7be0f7cc16a5f5a1" providerId="LiveId" clId="{6CEE7326-A3FB-40F6-9B73-973EE95D0C46}" dt="2023-01-17T13:55:49.900" v="50"/>
        <pc:sldMkLst>
          <pc:docMk/>
          <pc:sldMk cId="3803185814" sldId="294"/>
        </pc:sldMkLst>
      </pc:sldChg>
      <pc:sldChg chg="modSp add mod">
        <pc:chgData name="Audo Alí Díaz Gómez" userId="7be0f7cc16a5f5a1" providerId="LiveId" clId="{6CEE7326-A3FB-40F6-9B73-973EE95D0C46}" dt="2023-01-17T13:56:22.607" v="59" actId="14100"/>
        <pc:sldMkLst>
          <pc:docMk/>
          <pc:sldMk cId="2668854100" sldId="295"/>
        </pc:sldMkLst>
        <pc:spChg chg="mod">
          <ac:chgData name="Audo Alí Díaz Gómez" userId="7be0f7cc16a5f5a1" providerId="LiveId" clId="{6CEE7326-A3FB-40F6-9B73-973EE95D0C46}" dt="2023-01-17T13:56:22.607" v="59" actId="14100"/>
          <ac:spMkLst>
            <pc:docMk/>
            <pc:sldMk cId="2668854100" sldId="295"/>
            <ac:spMk id="4" creationId="{4A6A034F-9EE2-518E-680C-570AFF11801D}"/>
          </ac:spMkLst>
        </pc:spChg>
      </pc:sldChg>
      <pc:sldChg chg="modSp add mod">
        <pc:chgData name="Audo Alí Díaz Gómez" userId="7be0f7cc16a5f5a1" providerId="LiveId" clId="{6CEE7326-A3FB-40F6-9B73-973EE95D0C46}" dt="2023-01-17T13:56:35.403" v="62" actId="14100"/>
        <pc:sldMkLst>
          <pc:docMk/>
          <pc:sldMk cId="2546735615" sldId="296"/>
        </pc:sldMkLst>
        <pc:spChg chg="mod">
          <ac:chgData name="Audo Alí Díaz Gómez" userId="7be0f7cc16a5f5a1" providerId="LiveId" clId="{6CEE7326-A3FB-40F6-9B73-973EE95D0C46}" dt="2023-01-17T13:56:35.403" v="62" actId="14100"/>
          <ac:spMkLst>
            <pc:docMk/>
            <pc:sldMk cId="2546735615" sldId="296"/>
            <ac:spMk id="4" creationId="{4A6A034F-9EE2-518E-680C-570AFF11801D}"/>
          </ac:spMkLst>
        </pc:spChg>
      </pc:sldChg>
      <pc:sldChg chg="addSp delSp modSp add mod">
        <pc:chgData name="Audo Alí Díaz Gómez" userId="7be0f7cc16a5f5a1" providerId="LiveId" clId="{6CEE7326-A3FB-40F6-9B73-973EE95D0C46}" dt="2023-01-17T14:00:13.899" v="184" actId="1036"/>
        <pc:sldMkLst>
          <pc:docMk/>
          <pc:sldMk cId="179932329" sldId="297"/>
        </pc:sldMkLst>
        <pc:spChg chg="add del mod">
          <ac:chgData name="Audo Alí Díaz Gómez" userId="7be0f7cc16a5f5a1" providerId="LiveId" clId="{6CEE7326-A3FB-40F6-9B73-973EE95D0C46}" dt="2023-01-17T13:57:53.636" v="69" actId="21"/>
          <ac:spMkLst>
            <pc:docMk/>
            <pc:sldMk cId="179932329" sldId="297"/>
            <ac:spMk id="4" creationId="{462605B5-EF89-348B-6877-5B0FA8A0BBB4}"/>
          </ac:spMkLst>
        </pc:spChg>
        <pc:spChg chg="add mod">
          <ac:chgData name="Audo Alí Díaz Gómez" userId="7be0f7cc16a5f5a1" providerId="LiveId" clId="{6CEE7326-A3FB-40F6-9B73-973EE95D0C46}" dt="2023-01-17T13:58:34.400" v="79" actId="1036"/>
          <ac:spMkLst>
            <pc:docMk/>
            <pc:sldMk cId="179932329" sldId="297"/>
            <ac:spMk id="5" creationId="{8F00DD10-7BE6-BA51-D554-FD27F40C9875}"/>
          </ac:spMkLst>
        </pc:spChg>
        <pc:spChg chg="add mod">
          <ac:chgData name="Audo Alí Díaz Gómez" userId="7be0f7cc16a5f5a1" providerId="LiveId" clId="{6CEE7326-A3FB-40F6-9B73-973EE95D0C46}" dt="2023-01-17T13:58:38.769" v="84" actId="1037"/>
          <ac:spMkLst>
            <pc:docMk/>
            <pc:sldMk cId="179932329" sldId="297"/>
            <ac:spMk id="7" creationId="{AB29DB5C-9419-B0EA-6353-265B2A8B1F83}"/>
          </ac:spMkLst>
        </pc:spChg>
        <pc:spChg chg="add mod">
          <ac:chgData name="Audo Alí Díaz Gómez" userId="7be0f7cc16a5f5a1" providerId="LiveId" clId="{6CEE7326-A3FB-40F6-9B73-973EE95D0C46}" dt="2023-01-17T13:58:49.944" v="92" actId="14100"/>
          <ac:spMkLst>
            <pc:docMk/>
            <pc:sldMk cId="179932329" sldId="297"/>
            <ac:spMk id="8" creationId="{869D8E3A-3E14-F8BF-C5A4-826BEC420674}"/>
          </ac:spMkLst>
        </pc:spChg>
        <pc:spChg chg="add mod">
          <ac:chgData name="Audo Alí Díaz Gómez" userId="7be0f7cc16a5f5a1" providerId="LiveId" clId="{6CEE7326-A3FB-40F6-9B73-973EE95D0C46}" dt="2023-01-17T13:58:53.842" v="93" actId="571"/>
          <ac:spMkLst>
            <pc:docMk/>
            <pc:sldMk cId="179932329" sldId="297"/>
            <ac:spMk id="9" creationId="{00E3BB04-F301-BAB4-CFB2-C0ACA0177A4C}"/>
          </ac:spMkLst>
        </pc:spChg>
        <pc:spChg chg="add mod">
          <ac:chgData name="Audo Alí Díaz Gómez" userId="7be0f7cc16a5f5a1" providerId="LiveId" clId="{6CEE7326-A3FB-40F6-9B73-973EE95D0C46}" dt="2023-01-17T13:59:06.179" v="107" actId="1037"/>
          <ac:spMkLst>
            <pc:docMk/>
            <pc:sldMk cId="179932329" sldId="297"/>
            <ac:spMk id="10" creationId="{24403544-56DE-587E-20D9-B92A336E4201}"/>
          </ac:spMkLst>
        </pc:spChg>
        <pc:spChg chg="add mod">
          <ac:chgData name="Audo Alí Díaz Gómez" userId="7be0f7cc16a5f5a1" providerId="LiveId" clId="{6CEE7326-A3FB-40F6-9B73-973EE95D0C46}" dt="2023-01-17T13:59:03.482" v="105" actId="1035"/>
          <ac:spMkLst>
            <pc:docMk/>
            <pc:sldMk cId="179932329" sldId="297"/>
            <ac:spMk id="11" creationId="{4458DCAF-70CA-7E44-8B37-4D3BEAE5C71C}"/>
          </ac:spMkLst>
        </pc:spChg>
        <pc:spChg chg="add mod">
          <ac:chgData name="Audo Alí Díaz Gómez" userId="7be0f7cc16a5f5a1" providerId="LiveId" clId="{6CEE7326-A3FB-40F6-9B73-973EE95D0C46}" dt="2023-01-17T13:59:01.525" v="103" actId="1037"/>
          <ac:spMkLst>
            <pc:docMk/>
            <pc:sldMk cId="179932329" sldId="297"/>
            <ac:spMk id="13" creationId="{6666AACC-01CB-2D93-E3BF-A28F80A10882}"/>
          </ac:spMkLst>
        </pc:spChg>
        <pc:spChg chg="add mod">
          <ac:chgData name="Audo Alí Díaz Gómez" userId="7be0f7cc16a5f5a1" providerId="LiveId" clId="{6CEE7326-A3FB-40F6-9B73-973EE95D0C46}" dt="2023-01-17T13:59:11.720" v="110" actId="1037"/>
          <ac:spMkLst>
            <pc:docMk/>
            <pc:sldMk cId="179932329" sldId="297"/>
            <ac:spMk id="14" creationId="{554CDF21-C63C-DCDF-776D-4A55DA68FD0E}"/>
          </ac:spMkLst>
        </pc:spChg>
        <pc:spChg chg="add del mod">
          <ac:chgData name="Audo Alí Díaz Gómez" userId="7be0f7cc16a5f5a1" providerId="LiveId" clId="{6CEE7326-A3FB-40F6-9B73-973EE95D0C46}" dt="2023-01-17T13:59:51.941" v="160" actId="21"/>
          <ac:spMkLst>
            <pc:docMk/>
            <pc:sldMk cId="179932329" sldId="297"/>
            <ac:spMk id="15" creationId="{E28210FB-A456-4D86-C192-F9C2C3A62ACC}"/>
          </ac:spMkLst>
        </pc:spChg>
        <pc:spChg chg="add del mod">
          <ac:chgData name="Audo Alí Díaz Gómez" userId="7be0f7cc16a5f5a1" providerId="LiveId" clId="{6CEE7326-A3FB-40F6-9B73-973EE95D0C46}" dt="2023-01-17T13:59:51.941" v="160" actId="21"/>
          <ac:spMkLst>
            <pc:docMk/>
            <pc:sldMk cId="179932329" sldId="297"/>
            <ac:spMk id="16" creationId="{ED7E07B3-D522-7D53-CACB-B5806CCF9BE7}"/>
          </ac:spMkLst>
        </pc:spChg>
        <pc:spChg chg="add del mod">
          <ac:chgData name="Audo Alí Díaz Gómez" userId="7be0f7cc16a5f5a1" providerId="LiveId" clId="{6CEE7326-A3FB-40F6-9B73-973EE95D0C46}" dt="2023-01-17T13:59:51.941" v="160" actId="21"/>
          <ac:spMkLst>
            <pc:docMk/>
            <pc:sldMk cId="179932329" sldId="297"/>
            <ac:spMk id="17" creationId="{16BED873-65FB-634F-B44E-3C459A5B484C}"/>
          </ac:spMkLst>
        </pc:spChg>
        <pc:spChg chg="add mod">
          <ac:chgData name="Audo Alí Díaz Gómez" userId="7be0f7cc16a5f5a1" providerId="LiveId" clId="{6CEE7326-A3FB-40F6-9B73-973EE95D0C46}" dt="2023-01-17T13:59:27.017" v="122" actId="1038"/>
          <ac:spMkLst>
            <pc:docMk/>
            <pc:sldMk cId="179932329" sldId="297"/>
            <ac:spMk id="18" creationId="{F25741A1-061C-303C-F299-11A47E6B41E9}"/>
          </ac:spMkLst>
        </pc:spChg>
        <pc:spChg chg="add mod">
          <ac:chgData name="Audo Alí Díaz Gómez" userId="7be0f7cc16a5f5a1" providerId="LiveId" clId="{6CEE7326-A3FB-40F6-9B73-973EE95D0C46}" dt="2023-01-17T13:59:30.866" v="125" actId="1038"/>
          <ac:spMkLst>
            <pc:docMk/>
            <pc:sldMk cId="179932329" sldId="297"/>
            <ac:spMk id="19" creationId="{56AE48AC-885E-BF2E-4A47-8168751D8012}"/>
          </ac:spMkLst>
        </pc:spChg>
        <pc:spChg chg="add mod">
          <ac:chgData name="Audo Alí Díaz Gómez" userId="7be0f7cc16a5f5a1" providerId="LiveId" clId="{6CEE7326-A3FB-40F6-9B73-973EE95D0C46}" dt="2023-01-17T13:59:37.033" v="137" actId="14100"/>
          <ac:spMkLst>
            <pc:docMk/>
            <pc:sldMk cId="179932329" sldId="297"/>
            <ac:spMk id="20" creationId="{71EDF74B-6AE6-85B6-77D5-FFFEB05C7C6E}"/>
          </ac:spMkLst>
        </pc:spChg>
        <pc:spChg chg="add mod">
          <ac:chgData name="Audo Alí Díaz Gómez" userId="7be0f7cc16a5f5a1" providerId="LiveId" clId="{6CEE7326-A3FB-40F6-9B73-973EE95D0C46}" dt="2023-01-17T13:59:40.680" v="141" actId="1036"/>
          <ac:spMkLst>
            <pc:docMk/>
            <pc:sldMk cId="179932329" sldId="297"/>
            <ac:spMk id="21" creationId="{22FC8544-8A91-D2B8-12A0-97A39E8E6716}"/>
          </ac:spMkLst>
        </pc:spChg>
        <pc:spChg chg="add mod">
          <ac:chgData name="Audo Alí Díaz Gómez" userId="7be0f7cc16a5f5a1" providerId="LiveId" clId="{6CEE7326-A3FB-40F6-9B73-973EE95D0C46}" dt="2023-01-17T13:59:44.981" v="159" actId="1037"/>
          <ac:spMkLst>
            <pc:docMk/>
            <pc:sldMk cId="179932329" sldId="297"/>
            <ac:spMk id="22" creationId="{F4E1BBE8-19D2-7561-D284-7F54C789B601}"/>
          </ac:spMkLst>
        </pc:spChg>
        <pc:spChg chg="add mod">
          <ac:chgData name="Audo Alí Díaz Gómez" userId="7be0f7cc16a5f5a1" providerId="LiveId" clId="{6CEE7326-A3FB-40F6-9B73-973EE95D0C46}" dt="2023-01-17T13:59:56.780" v="169" actId="1038"/>
          <ac:spMkLst>
            <pc:docMk/>
            <pc:sldMk cId="179932329" sldId="297"/>
            <ac:spMk id="24" creationId="{1120FD6A-6DBD-3486-621D-B65599D69FB1}"/>
          </ac:spMkLst>
        </pc:spChg>
        <pc:spChg chg="add mod">
          <ac:chgData name="Audo Alí Díaz Gómez" userId="7be0f7cc16a5f5a1" providerId="LiveId" clId="{6CEE7326-A3FB-40F6-9B73-973EE95D0C46}" dt="2023-01-17T14:00:00.645" v="173" actId="1036"/>
          <ac:spMkLst>
            <pc:docMk/>
            <pc:sldMk cId="179932329" sldId="297"/>
            <ac:spMk id="25" creationId="{66B41E6A-F454-4736-0004-2C5F7526AC99}"/>
          </ac:spMkLst>
        </pc:spChg>
        <pc:spChg chg="add mod">
          <ac:chgData name="Audo Alí Díaz Gómez" userId="7be0f7cc16a5f5a1" providerId="LiveId" clId="{6CEE7326-A3FB-40F6-9B73-973EE95D0C46}" dt="2023-01-17T14:00:13.899" v="184" actId="1036"/>
          <ac:spMkLst>
            <pc:docMk/>
            <pc:sldMk cId="179932329" sldId="297"/>
            <ac:spMk id="26" creationId="{360A5D2E-2151-2817-AB3C-EB7B55FA88C1}"/>
          </ac:spMkLst>
        </pc:spChg>
        <pc:picChg chg="add mod">
          <ac:chgData name="Audo Alí Díaz Gómez" userId="7be0f7cc16a5f5a1" providerId="LiveId" clId="{6CEE7326-A3FB-40F6-9B73-973EE95D0C46}" dt="2023-01-17T13:58:58.599" v="97" actId="571"/>
          <ac:picMkLst>
            <pc:docMk/>
            <pc:sldMk cId="179932329" sldId="297"/>
            <ac:picMk id="12" creationId="{C1416BD6-2AA4-BE14-EC83-D8624647D576}"/>
          </ac:picMkLst>
        </pc:picChg>
        <pc:picChg chg="add mod">
          <ac:chgData name="Audo Alí Díaz Gómez" userId="7be0f7cc16a5f5a1" providerId="LiveId" clId="{6CEE7326-A3FB-40F6-9B73-973EE95D0C46}" dt="2023-01-17T13:59:53.615" v="162" actId="571"/>
          <ac:picMkLst>
            <pc:docMk/>
            <pc:sldMk cId="179932329" sldId="297"/>
            <ac:picMk id="23" creationId="{B6AFFEDD-ADD8-2E6D-EE95-068CC206261B}"/>
          </ac:picMkLst>
        </pc:picChg>
      </pc:sldChg>
      <pc:sldChg chg="addSp delSp modSp add mod ord">
        <pc:chgData name="Audo Alí Díaz Gómez" userId="7be0f7cc16a5f5a1" providerId="LiveId" clId="{6CEE7326-A3FB-40F6-9B73-973EE95D0C46}" dt="2023-01-17T14:01:52.432" v="272" actId="1037"/>
        <pc:sldMkLst>
          <pc:docMk/>
          <pc:sldMk cId="3494930030" sldId="298"/>
        </pc:sldMkLst>
        <pc:spChg chg="add mod">
          <ac:chgData name="Audo Alí Díaz Gómez" userId="7be0f7cc16a5f5a1" providerId="LiveId" clId="{6CEE7326-A3FB-40F6-9B73-973EE95D0C46}" dt="2023-01-17T14:00:58.146" v="211" actId="1038"/>
          <ac:spMkLst>
            <pc:docMk/>
            <pc:sldMk cId="3494930030" sldId="298"/>
            <ac:spMk id="4" creationId="{80A8CCAE-1DD4-2460-43EA-17861F971DB2}"/>
          </ac:spMkLst>
        </pc:spChg>
        <pc:spChg chg="add mod">
          <ac:chgData name="Audo Alí Díaz Gómez" userId="7be0f7cc16a5f5a1" providerId="LiveId" clId="{6CEE7326-A3FB-40F6-9B73-973EE95D0C46}" dt="2023-01-17T14:00:51.097" v="201" actId="1038"/>
          <ac:spMkLst>
            <pc:docMk/>
            <pc:sldMk cId="3494930030" sldId="298"/>
            <ac:spMk id="5" creationId="{A4591278-C166-F13B-63A0-000918DF47A9}"/>
          </ac:spMkLst>
        </pc:spChg>
        <pc:spChg chg="add mod">
          <ac:chgData name="Audo Alí Díaz Gómez" userId="7be0f7cc16a5f5a1" providerId="LiveId" clId="{6CEE7326-A3FB-40F6-9B73-973EE95D0C46}" dt="2023-01-17T14:01:01.404" v="212" actId="571"/>
          <ac:spMkLst>
            <pc:docMk/>
            <pc:sldMk cId="3494930030" sldId="298"/>
            <ac:spMk id="7" creationId="{B3511F76-8462-8E87-3CEB-2C14EAF37252}"/>
          </ac:spMkLst>
        </pc:spChg>
        <pc:spChg chg="add mod">
          <ac:chgData name="Audo Alí Díaz Gómez" userId="7be0f7cc16a5f5a1" providerId="LiveId" clId="{6CEE7326-A3FB-40F6-9B73-973EE95D0C46}" dt="2023-01-17T14:01:04.534" v="219" actId="1038"/>
          <ac:spMkLst>
            <pc:docMk/>
            <pc:sldMk cId="3494930030" sldId="298"/>
            <ac:spMk id="8" creationId="{02EE2A07-9A61-7526-8817-4E4570BDC4EC}"/>
          </ac:spMkLst>
        </pc:spChg>
        <pc:spChg chg="add mod">
          <ac:chgData name="Audo Alí Díaz Gómez" userId="7be0f7cc16a5f5a1" providerId="LiveId" clId="{6CEE7326-A3FB-40F6-9B73-973EE95D0C46}" dt="2023-01-17T14:01:07.589" v="222" actId="1036"/>
          <ac:spMkLst>
            <pc:docMk/>
            <pc:sldMk cId="3494930030" sldId="298"/>
            <ac:spMk id="9" creationId="{CAB3A058-0C33-E02A-03AA-4E4EF5479BB8}"/>
          </ac:spMkLst>
        </pc:spChg>
        <pc:spChg chg="add mod">
          <ac:chgData name="Audo Alí Díaz Gómez" userId="7be0f7cc16a5f5a1" providerId="LiveId" clId="{6CEE7326-A3FB-40F6-9B73-973EE95D0C46}" dt="2023-01-17T14:01:19.773" v="240" actId="1076"/>
          <ac:spMkLst>
            <pc:docMk/>
            <pc:sldMk cId="3494930030" sldId="298"/>
            <ac:spMk id="10" creationId="{B6DC1DDF-69E2-35C7-5608-222837E00A09}"/>
          </ac:spMkLst>
        </pc:spChg>
        <pc:spChg chg="add mod">
          <ac:chgData name="Audo Alí Díaz Gómez" userId="7be0f7cc16a5f5a1" providerId="LiveId" clId="{6CEE7326-A3FB-40F6-9B73-973EE95D0C46}" dt="2023-01-17T14:01:24.234" v="247" actId="1036"/>
          <ac:spMkLst>
            <pc:docMk/>
            <pc:sldMk cId="3494930030" sldId="298"/>
            <ac:spMk id="11" creationId="{F23A4FD9-292F-CF55-2F1E-3DF4D848F315}"/>
          </ac:spMkLst>
        </pc:spChg>
        <pc:spChg chg="add del mod">
          <ac:chgData name="Audo Alí Díaz Gómez" userId="7be0f7cc16a5f5a1" providerId="LiveId" clId="{6CEE7326-A3FB-40F6-9B73-973EE95D0C46}" dt="2023-01-17T14:01:30.424" v="255" actId="21"/>
          <ac:spMkLst>
            <pc:docMk/>
            <pc:sldMk cId="3494930030" sldId="298"/>
            <ac:spMk id="12" creationId="{791741FC-CE24-BC1A-0A5F-9FE2430FB9FE}"/>
          </ac:spMkLst>
        </pc:spChg>
        <pc:spChg chg="add mod">
          <ac:chgData name="Audo Alí Díaz Gómez" userId="7be0f7cc16a5f5a1" providerId="LiveId" clId="{6CEE7326-A3FB-40F6-9B73-973EE95D0C46}" dt="2023-01-17T14:01:36.076" v="260" actId="1038"/>
          <ac:spMkLst>
            <pc:docMk/>
            <pc:sldMk cId="3494930030" sldId="298"/>
            <ac:spMk id="13" creationId="{BB08706D-45DA-3D0F-651C-5D01B190F023}"/>
          </ac:spMkLst>
        </pc:spChg>
        <pc:spChg chg="add mod">
          <ac:chgData name="Audo Alí Díaz Gómez" userId="7be0f7cc16a5f5a1" providerId="LiveId" clId="{6CEE7326-A3FB-40F6-9B73-973EE95D0C46}" dt="2023-01-17T14:01:44.140" v="266" actId="14100"/>
          <ac:spMkLst>
            <pc:docMk/>
            <pc:sldMk cId="3494930030" sldId="298"/>
            <ac:spMk id="14" creationId="{FA531EAD-83C0-DF72-B9A8-35749A6B88DB}"/>
          </ac:spMkLst>
        </pc:spChg>
        <pc:spChg chg="add mod">
          <ac:chgData name="Audo Alí Díaz Gómez" userId="7be0f7cc16a5f5a1" providerId="LiveId" clId="{6CEE7326-A3FB-40F6-9B73-973EE95D0C46}" dt="2023-01-17T14:01:52.432" v="272" actId="1037"/>
          <ac:spMkLst>
            <pc:docMk/>
            <pc:sldMk cId="3494930030" sldId="298"/>
            <ac:spMk id="15" creationId="{DDA366B9-F2F8-C3D9-2C1D-50DF2573301B}"/>
          </ac:spMkLst>
        </pc:spChg>
      </pc:sldChg>
      <pc:sldChg chg="add del">
        <pc:chgData name="Audo Alí Díaz Gómez" userId="7be0f7cc16a5f5a1" providerId="LiveId" clId="{6CEE7326-A3FB-40F6-9B73-973EE95D0C46}" dt="2023-01-17T14:02:17.912" v="274" actId="2696"/>
        <pc:sldMkLst>
          <pc:docMk/>
          <pc:sldMk cId="2565511522" sldId="299"/>
        </pc:sldMkLst>
      </pc:sldChg>
      <pc:sldChg chg="addSp modSp add mod">
        <pc:chgData name="Audo Alí Díaz Gómez" userId="7be0f7cc16a5f5a1" providerId="LiveId" clId="{6CEE7326-A3FB-40F6-9B73-973EE95D0C46}" dt="2023-01-17T14:05:42.464" v="365" actId="14100"/>
        <pc:sldMkLst>
          <pc:docMk/>
          <pc:sldMk cId="2756476827" sldId="299"/>
        </pc:sldMkLst>
        <pc:spChg chg="add mod">
          <ac:chgData name="Audo Alí Díaz Gómez" userId="7be0f7cc16a5f5a1" providerId="LiveId" clId="{6CEE7326-A3FB-40F6-9B73-973EE95D0C46}" dt="2023-01-17T14:04:45.613" v="354" actId="14100"/>
          <ac:spMkLst>
            <pc:docMk/>
            <pc:sldMk cId="2756476827" sldId="299"/>
            <ac:spMk id="36" creationId="{E9F86D7A-CBCB-335D-7B93-20FFC1E0F1A2}"/>
          </ac:spMkLst>
        </pc:spChg>
        <pc:cxnChg chg="add mod">
          <ac:chgData name="Audo Alí Díaz Gómez" userId="7be0f7cc16a5f5a1" providerId="LiveId" clId="{6CEE7326-A3FB-40F6-9B73-973EE95D0C46}" dt="2023-01-17T14:02:52.251" v="287" actId="1036"/>
          <ac:cxnSpMkLst>
            <pc:docMk/>
            <pc:sldMk cId="2756476827" sldId="299"/>
            <ac:cxnSpMk id="5" creationId="{7980144B-9CA9-6F39-556C-8BAAC0F158AD}"/>
          </ac:cxnSpMkLst>
        </pc:cxnChg>
        <pc:cxnChg chg="add mod">
          <ac:chgData name="Audo Alí Díaz Gómez" userId="7be0f7cc16a5f5a1" providerId="LiveId" clId="{6CEE7326-A3FB-40F6-9B73-973EE95D0C46}" dt="2023-01-17T14:05:42.464" v="365" actId="14100"/>
          <ac:cxnSpMkLst>
            <pc:docMk/>
            <pc:sldMk cId="2756476827" sldId="299"/>
            <ac:cxnSpMk id="7" creationId="{C9B934EC-0B7E-EA72-34B0-16D4829AEE04}"/>
          </ac:cxnSpMkLst>
        </pc:cxnChg>
        <pc:cxnChg chg="add mod">
          <ac:chgData name="Audo Alí Díaz Gómez" userId="7be0f7cc16a5f5a1" providerId="LiveId" clId="{6CEE7326-A3FB-40F6-9B73-973EE95D0C46}" dt="2023-01-17T14:03:58.915" v="330" actId="14100"/>
          <ac:cxnSpMkLst>
            <pc:docMk/>
            <pc:sldMk cId="2756476827" sldId="299"/>
            <ac:cxnSpMk id="9" creationId="{509A57C2-2B3C-FF0E-7071-5E4830FFA7C1}"/>
          </ac:cxnSpMkLst>
        </pc:cxnChg>
        <pc:cxnChg chg="add mod">
          <ac:chgData name="Audo Alí Díaz Gómez" userId="7be0f7cc16a5f5a1" providerId="LiveId" clId="{6CEE7326-A3FB-40F6-9B73-973EE95D0C46}" dt="2023-01-17T14:05:30.004" v="360" actId="1035"/>
          <ac:cxnSpMkLst>
            <pc:docMk/>
            <pc:sldMk cId="2756476827" sldId="299"/>
            <ac:cxnSpMk id="11" creationId="{C6913312-432B-889A-B67C-441B38CC25B4}"/>
          </ac:cxnSpMkLst>
        </pc:cxnChg>
        <pc:cxnChg chg="add mod">
          <ac:chgData name="Audo Alí Díaz Gómez" userId="7be0f7cc16a5f5a1" providerId="LiveId" clId="{6CEE7326-A3FB-40F6-9B73-973EE95D0C46}" dt="2023-01-17T14:03:18.115" v="306" actId="14100"/>
          <ac:cxnSpMkLst>
            <pc:docMk/>
            <pc:sldMk cId="2756476827" sldId="299"/>
            <ac:cxnSpMk id="14" creationId="{73CD7EF4-74F6-4123-B507-F8C36EA205C8}"/>
          </ac:cxnSpMkLst>
        </pc:cxnChg>
        <pc:cxnChg chg="add mod">
          <ac:chgData name="Audo Alí Díaz Gómez" userId="7be0f7cc16a5f5a1" providerId="LiveId" clId="{6CEE7326-A3FB-40F6-9B73-973EE95D0C46}" dt="2023-01-17T14:05:33.461" v="364" actId="1038"/>
          <ac:cxnSpMkLst>
            <pc:docMk/>
            <pc:sldMk cId="2756476827" sldId="299"/>
            <ac:cxnSpMk id="16" creationId="{A792FB77-1F78-72B6-4EF3-29B0643FACA1}"/>
          </ac:cxnSpMkLst>
        </pc:cxnChg>
        <pc:cxnChg chg="add mod">
          <ac:chgData name="Audo Alí Díaz Gómez" userId="7be0f7cc16a5f5a1" providerId="LiveId" clId="{6CEE7326-A3FB-40F6-9B73-973EE95D0C46}" dt="2023-01-17T14:04:34.700" v="347" actId="14100"/>
          <ac:cxnSpMkLst>
            <pc:docMk/>
            <pc:sldMk cId="2756476827" sldId="299"/>
            <ac:cxnSpMk id="20" creationId="{779EF01A-63FB-C2AC-DB8B-51741BCF93B1}"/>
          </ac:cxnSpMkLst>
        </pc:cxnChg>
        <pc:cxnChg chg="add mod">
          <ac:chgData name="Audo Alí Díaz Gómez" userId="7be0f7cc16a5f5a1" providerId="LiveId" clId="{6CEE7326-A3FB-40F6-9B73-973EE95D0C46}" dt="2023-01-17T14:03:43.999" v="325" actId="1035"/>
          <ac:cxnSpMkLst>
            <pc:docMk/>
            <pc:sldMk cId="2756476827" sldId="299"/>
            <ac:cxnSpMk id="22" creationId="{D1DF798A-8172-BA4F-2BDE-91E6EF6FD3E7}"/>
          </ac:cxnSpMkLst>
        </pc:cxnChg>
        <pc:cxnChg chg="add mod">
          <ac:chgData name="Audo Alí Díaz Gómez" userId="7be0f7cc16a5f5a1" providerId="LiveId" clId="{6CEE7326-A3FB-40F6-9B73-973EE95D0C46}" dt="2023-01-17T14:03:51.703" v="327" actId="14100"/>
          <ac:cxnSpMkLst>
            <pc:docMk/>
            <pc:sldMk cId="2756476827" sldId="299"/>
            <ac:cxnSpMk id="24" creationId="{7D326E63-DA35-324E-99FA-B6989FABA956}"/>
          </ac:cxnSpMkLst>
        </pc:cxnChg>
        <pc:cxnChg chg="add mod">
          <ac:chgData name="Audo Alí Díaz Gómez" userId="7be0f7cc16a5f5a1" providerId="LiveId" clId="{6CEE7326-A3FB-40F6-9B73-973EE95D0C46}" dt="2023-01-17T14:04:03.071" v="332" actId="14100"/>
          <ac:cxnSpMkLst>
            <pc:docMk/>
            <pc:sldMk cId="2756476827" sldId="299"/>
            <ac:cxnSpMk id="28" creationId="{2EE220D8-6EE3-91E8-6683-C05CCF27AB34}"/>
          </ac:cxnSpMkLst>
        </pc:cxnChg>
        <pc:cxnChg chg="add mod">
          <ac:chgData name="Audo Alí Díaz Gómez" userId="7be0f7cc16a5f5a1" providerId="LiveId" clId="{6CEE7326-A3FB-40F6-9B73-973EE95D0C46}" dt="2023-01-17T14:04:12.114" v="334" actId="14100"/>
          <ac:cxnSpMkLst>
            <pc:docMk/>
            <pc:sldMk cId="2756476827" sldId="299"/>
            <ac:cxnSpMk id="30" creationId="{001F7828-AA19-4405-782C-24A0CA8E135A}"/>
          </ac:cxnSpMkLst>
        </pc:cxnChg>
        <pc:cxnChg chg="add mod">
          <ac:chgData name="Audo Alí Díaz Gómez" userId="7be0f7cc16a5f5a1" providerId="LiveId" clId="{6CEE7326-A3FB-40F6-9B73-973EE95D0C46}" dt="2023-01-17T14:04:19.653" v="346" actId="1036"/>
          <ac:cxnSpMkLst>
            <pc:docMk/>
            <pc:sldMk cId="2756476827" sldId="299"/>
            <ac:cxnSpMk id="32" creationId="{0B64CC10-8851-8D5C-9906-D32404A642A6}"/>
          </ac:cxnSpMkLst>
        </pc:cxnChg>
      </pc:sldChg>
      <pc:sldChg chg="add">
        <pc:chgData name="Audo Alí Díaz Gómez" userId="7be0f7cc16a5f5a1" providerId="LiveId" clId="{6CEE7326-A3FB-40F6-9B73-973EE95D0C46}" dt="2023-01-17T14:07:13.083" v="366"/>
        <pc:sldMkLst>
          <pc:docMk/>
          <pc:sldMk cId="421743768" sldId="300"/>
        </pc:sldMkLst>
      </pc:sldChg>
      <pc:sldChg chg="delSp modSp add del mod">
        <pc:chgData name="Audo Alí Díaz Gómez" userId="7be0f7cc16a5f5a1" providerId="LiveId" clId="{6CEE7326-A3FB-40F6-9B73-973EE95D0C46}" dt="2023-01-17T14:08:55.127" v="407" actId="47"/>
        <pc:sldMkLst>
          <pc:docMk/>
          <pc:sldMk cId="759561555" sldId="301"/>
        </pc:sldMkLst>
        <pc:spChg chg="mod">
          <ac:chgData name="Audo Alí Díaz Gómez" userId="7be0f7cc16a5f5a1" providerId="LiveId" clId="{6CEE7326-A3FB-40F6-9B73-973EE95D0C46}" dt="2023-01-17T14:08:19.321" v="405" actId="1076"/>
          <ac:spMkLst>
            <pc:docMk/>
            <pc:sldMk cId="759561555" sldId="301"/>
            <ac:spMk id="4" creationId="{85D60499-586C-42FB-E7C0-AA2CBE4F8A94}"/>
          </ac:spMkLst>
        </pc:spChg>
        <pc:spChg chg="del">
          <ac:chgData name="Audo Alí Díaz Gómez" userId="7be0f7cc16a5f5a1" providerId="LiveId" clId="{6CEE7326-A3FB-40F6-9B73-973EE95D0C46}" dt="2023-01-17T14:08:03.859" v="399" actId="21"/>
          <ac:spMkLst>
            <pc:docMk/>
            <pc:sldMk cId="759561555" sldId="301"/>
            <ac:spMk id="7" creationId="{5DBFB0F1-34EB-DF59-025A-92EDA65455C6}"/>
          </ac:spMkLst>
        </pc:spChg>
        <pc:spChg chg="del">
          <ac:chgData name="Audo Alí Díaz Gómez" userId="7be0f7cc16a5f5a1" providerId="LiveId" clId="{6CEE7326-A3FB-40F6-9B73-973EE95D0C46}" dt="2023-01-17T14:08:04.783" v="400" actId="21"/>
          <ac:spMkLst>
            <pc:docMk/>
            <pc:sldMk cId="759561555" sldId="301"/>
            <ac:spMk id="8" creationId="{62B74D0F-869C-33B1-3259-6F3AFF749888}"/>
          </ac:spMkLst>
        </pc:spChg>
        <pc:spChg chg="del">
          <ac:chgData name="Audo Alí Díaz Gómez" userId="7be0f7cc16a5f5a1" providerId="LiveId" clId="{6CEE7326-A3FB-40F6-9B73-973EE95D0C46}" dt="2023-01-17T14:08:06.364" v="401" actId="21"/>
          <ac:spMkLst>
            <pc:docMk/>
            <pc:sldMk cId="759561555" sldId="301"/>
            <ac:spMk id="9" creationId="{54654E73-E61C-3A3A-A171-A6A1D0CEE5E3}"/>
          </ac:spMkLst>
        </pc:spChg>
      </pc:sldChg>
      <pc:sldChg chg="addSp delSp modSp add mod modClrScheme chgLayout">
        <pc:chgData name="Audo Alí Díaz Gómez" userId="7be0f7cc16a5f5a1" providerId="LiveId" clId="{6CEE7326-A3FB-40F6-9B73-973EE95D0C46}" dt="2023-01-17T14:32:18.761" v="670" actId="1036"/>
        <pc:sldMkLst>
          <pc:docMk/>
          <pc:sldMk cId="3436424385" sldId="301"/>
        </pc:sldMkLst>
        <pc:spChg chg="mod">
          <ac:chgData name="Audo Alí Díaz Gómez" userId="7be0f7cc16a5f5a1" providerId="LiveId" clId="{6CEE7326-A3FB-40F6-9B73-973EE95D0C46}" dt="2023-01-17T14:32:18.761" v="670" actId="1036"/>
          <ac:spMkLst>
            <pc:docMk/>
            <pc:sldMk cId="3436424385" sldId="301"/>
            <ac:spMk id="4" creationId="{D0DA230A-726C-3CBD-CFC2-7A706FBDE4C3}"/>
          </ac:spMkLst>
        </pc:spChg>
        <pc:spChg chg="mod">
          <ac:chgData name="Audo Alí Díaz Gómez" userId="7be0f7cc16a5f5a1" providerId="LiveId" clId="{6CEE7326-A3FB-40F6-9B73-973EE95D0C46}" dt="2023-01-17T14:28:50.395" v="640" actId="207"/>
          <ac:spMkLst>
            <pc:docMk/>
            <pc:sldMk cId="3436424385" sldId="301"/>
            <ac:spMk id="5" creationId="{D6E65D7C-3244-6EBE-0D96-6DB17EEF2805}"/>
          </ac:spMkLst>
        </pc:spChg>
        <pc:spChg chg="mod">
          <ac:chgData name="Audo Alí Díaz Gómez" userId="7be0f7cc16a5f5a1" providerId="LiveId" clId="{6CEE7326-A3FB-40F6-9B73-973EE95D0C46}" dt="2023-01-17T14:28:50.395" v="640" actId="207"/>
          <ac:spMkLst>
            <pc:docMk/>
            <pc:sldMk cId="3436424385" sldId="301"/>
            <ac:spMk id="6" creationId="{12889C9C-DD80-1089-695A-F9C6D6C5FE35}"/>
          </ac:spMkLst>
        </pc:spChg>
        <pc:spChg chg="mod">
          <ac:chgData name="Audo Alí Díaz Gómez" userId="7be0f7cc16a5f5a1" providerId="LiveId" clId="{6CEE7326-A3FB-40F6-9B73-973EE95D0C46}" dt="2023-01-17T14:28:50.395" v="640" actId="207"/>
          <ac:spMkLst>
            <pc:docMk/>
            <pc:sldMk cId="3436424385" sldId="301"/>
            <ac:spMk id="7" creationId="{5EC2E16F-D9D9-A047-8C7C-4F4D134BCA9F}"/>
          </ac:spMkLst>
        </pc:spChg>
        <pc:spChg chg="mod">
          <ac:chgData name="Audo Alí Díaz Gómez" userId="7be0f7cc16a5f5a1" providerId="LiveId" clId="{6CEE7326-A3FB-40F6-9B73-973EE95D0C46}" dt="2023-01-17T14:28:58.466" v="641" actId="207"/>
          <ac:spMkLst>
            <pc:docMk/>
            <pc:sldMk cId="3436424385" sldId="301"/>
            <ac:spMk id="8" creationId="{8D573CF6-6340-3818-EFEB-2877562DBD50}"/>
          </ac:spMkLst>
        </pc:spChg>
        <pc:spChg chg="mod">
          <ac:chgData name="Audo Alí Díaz Gómez" userId="7be0f7cc16a5f5a1" providerId="LiveId" clId="{6CEE7326-A3FB-40F6-9B73-973EE95D0C46}" dt="2023-01-17T14:28:58.466" v="641" actId="207"/>
          <ac:spMkLst>
            <pc:docMk/>
            <pc:sldMk cId="3436424385" sldId="301"/>
            <ac:spMk id="9" creationId="{04EAAD09-8360-D0D8-5E84-6A02B10DC076}"/>
          </ac:spMkLst>
        </pc:spChg>
        <pc:spChg chg="mod">
          <ac:chgData name="Audo Alí Díaz Gómez" userId="7be0f7cc16a5f5a1" providerId="LiveId" clId="{6CEE7326-A3FB-40F6-9B73-973EE95D0C46}" dt="2023-01-17T14:28:58.466" v="641" actId="207"/>
          <ac:spMkLst>
            <pc:docMk/>
            <pc:sldMk cId="3436424385" sldId="301"/>
            <ac:spMk id="10" creationId="{D4287A34-9619-CAC2-B2DE-4E98370F53F9}"/>
          </ac:spMkLst>
        </pc:spChg>
        <pc:spChg chg="mod">
          <ac:chgData name="Audo Alí Díaz Gómez" userId="7be0f7cc16a5f5a1" providerId="LiveId" clId="{6CEE7326-A3FB-40F6-9B73-973EE95D0C46}" dt="2023-01-17T14:28:58.466" v="641" actId="207"/>
          <ac:spMkLst>
            <pc:docMk/>
            <pc:sldMk cId="3436424385" sldId="301"/>
            <ac:spMk id="11" creationId="{DD974BBD-0092-12E4-1390-34840E7B51CF}"/>
          </ac:spMkLst>
        </pc:spChg>
        <pc:spChg chg="mod">
          <ac:chgData name="Audo Alí Díaz Gómez" userId="7be0f7cc16a5f5a1" providerId="LiveId" clId="{6CEE7326-A3FB-40F6-9B73-973EE95D0C46}" dt="2023-01-17T14:29:30.395" v="644" actId="207"/>
          <ac:spMkLst>
            <pc:docMk/>
            <pc:sldMk cId="3436424385" sldId="301"/>
            <ac:spMk id="12" creationId="{1DEBD4F3-7CDB-1365-ACB8-7A1139B4DBF2}"/>
          </ac:spMkLst>
        </pc:spChg>
        <pc:spChg chg="mod">
          <ac:chgData name="Audo Alí Díaz Gómez" userId="7be0f7cc16a5f5a1" providerId="LiveId" clId="{6CEE7326-A3FB-40F6-9B73-973EE95D0C46}" dt="2023-01-17T14:29:30.395" v="644" actId="207"/>
          <ac:spMkLst>
            <pc:docMk/>
            <pc:sldMk cId="3436424385" sldId="301"/>
            <ac:spMk id="13" creationId="{812B23A0-A7F7-1395-F810-7683EC3B8A0F}"/>
          </ac:spMkLst>
        </pc:spChg>
        <pc:spChg chg="mod">
          <ac:chgData name="Audo Alí Díaz Gómez" userId="7be0f7cc16a5f5a1" providerId="LiveId" clId="{6CEE7326-A3FB-40F6-9B73-973EE95D0C46}" dt="2023-01-17T14:29:30.395" v="644" actId="207"/>
          <ac:spMkLst>
            <pc:docMk/>
            <pc:sldMk cId="3436424385" sldId="301"/>
            <ac:spMk id="14" creationId="{BFDB41B3-9D5D-3F52-EECE-4D0606E32A57}"/>
          </ac:spMkLst>
        </pc:spChg>
        <pc:spChg chg="mod">
          <ac:chgData name="Audo Alí Díaz Gómez" userId="7be0f7cc16a5f5a1" providerId="LiveId" clId="{6CEE7326-A3FB-40F6-9B73-973EE95D0C46}" dt="2023-01-17T14:29:30.395" v="644" actId="207"/>
          <ac:spMkLst>
            <pc:docMk/>
            <pc:sldMk cId="3436424385" sldId="301"/>
            <ac:spMk id="15" creationId="{43C499F2-C447-5900-A1BB-00C5F30175BC}"/>
          </ac:spMkLst>
        </pc:spChg>
        <pc:spChg chg="mod">
          <ac:chgData name="Audo Alí Díaz Gómez" userId="7be0f7cc16a5f5a1" providerId="LiveId" clId="{6CEE7326-A3FB-40F6-9B73-973EE95D0C46}" dt="2023-01-17T14:29:30.395" v="644" actId="207"/>
          <ac:spMkLst>
            <pc:docMk/>
            <pc:sldMk cId="3436424385" sldId="301"/>
            <ac:spMk id="16" creationId="{F78C0FD6-64A4-BC30-906B-8825A03A102D}"/>
          </ac:spMkLst>
        </pc:spChg>
        <pc:spChg chg="mod">
          <ac:chgData name="Audo Alí Díaz Gómez" userId="7be0f7cc16a5f5a1" providerId="LiveId" clId="{6CEE7326-A3FB-40F6-9B73-973EE95D0C46}" dt="2023-01-17T14:29:30.395" v="644" actId="207"/>
          <ac:spMkLst>
            <pc:docMk/>
            <pc:sldMk cId="3436424385" sldId="301"/>
            <ac:spMk id="17" creationId="{2C7E3E7E-C5F1-69A6-C114-02D5B2ADA574}"/>
          </ac:spMkLst>
        </pc:spChg>
        <pc:spChg chg="mod">
          <ac:chgData name="Audo Alí Díaz Gómez" userId="7be0f7cc16a5f5a1" providerId="LiveId" clId="{6CEE7326-A3FB-40F6-9B73-973EE95D0C46}" dt="2023-01-17T14:29:11.570" v="642" actId="207"/>
          <ac:spMkLst>
            <pc:docMk/>
            <pc:sldMk cId="3436424385" sldId="301"/>
            <ac:spMk id="18" creationId="{E21A5787-13B7-FD88-1345-C5338C53320B}"/>
          </ac:spMkLst>
        </pc:spChg>
        <pc:spChg chg="mod">
          <ac:chgData name="Audo Alí Díaz Gómez" userId="7be0f7cc16a5f5a1" providerId="LiveId" clId="{6CEE7326-A3FB-40F6-9B73-973EE95D0C46}" dt="2023-01-17T14:29:11.570" v="642" actId="207"/>
          <ac:spMkLst>
            <pc:docMk/>
            <pc:sldMk cId="3436424385" sldId="301"/>
            <ac:spMk id="19" creationId="{B28A41AF-E66C-6182-EBE6-6A0E2E89135B}"/>
          </ac:spMkLst>
        </pc:spChg>
        <pc:spChg chg="mod">
          <ac:chgData name="Audo Alí Díaz Gómez" userId="7be0f7cc16a5f5a1" providerId="LiveId" clId="{6CEE7326-A3FB-40F6-9B73-973EE95D0C46}" dt="2023-01-17T14:29:11.570" v="642" actId="207"/>
          <ac:spMkLst>
            <pc:docMk/>
            <pc:sldMk cId="3436424385" sldId="301"/>
            <ac:spMk id="20" creationId="{3E61FB58-651B-8347-365D-7CE0DD651712}"/>
          </ac:spMkLst>
        </pc:spChg>
        <pc:spChg chg="mod">
          <ac:chgData name="Audo Alí Díaz Gómez" userId="7be0f7cc16a5f5a1" providerId="LiveId" clId="{6CEE7326-A3FB-40F6-9B73-973EE95D0C46}" dt="2023-01-17T14:29:11.570" v="642" actId="207"/>
          <ac:spMkLst>
            <pc:docMk/>
            <pc:sldMk cId="3436424385" sldId="301"/>
            <ac:spMk id="22" creationId="{C0DCB7A2-5EE1-9EF5-58F2-602B3EDA62D4}"/>
          </ac:spMkLst>
        </pc:spChg>
        <pc:spChg chg="mod">
          <ac:chgData name="Audo Alí Díaz Gómez" userId="7be0f7cc16a5f5a1" providerId="LiveId" clId="{6CEE7326-A3FB-40F6-9B73-973EE95D0C46}" dt="2023-01-17T14:29:11.570" v="642" actId="207"/>
          <ac:spMkLst>
            <pc:docMk/>
            <pc:sldMk cId="3436424385" sldId="301"/>
            <ac:spMk id="23" creationId="{A051117E-DB69-82A9-C75E-CDE2E56784E0}"/>
          </ac:spMkLst>
        </pc:spChg>
        <pc:spChg chg="mod">
          <ac:chgData name="Audo Alí Díaz Gómez" userId="7be0f7cc16a5f5a1" providerId="LiveId" clId="{6CEE7326-A3FB-40F6-9B73-973EE95D0C46}" dt="2023-01-17T14:29:11.570" v="642" actId="207"/>
          <ac:spMkLst>
            <pc:docMk/>
            <pc:sldMk cId="3436424385" sldId="301"/>
            <ac:spMk id="25" creationId="{DE61FEE8-CF76-8464-7727-9E093BF3FFE1}"/>
          </ac:spMkLst>
        </pc:spChg>
        <pc:spChg chg="mod">
          <ac:chgData name="Audo Alí Díaz Gómez" userId="7be0f7cc16a5f5a1" providerId="LiveId" clId="{6CEE7326-A3FB-40F6-9B73-973EE95D0C46}" dt="2023-01-17T14:29:11.570" v="642" actId="207"/>
          <ac:spMkLst>
            <pc:docMk/>
            <pc:sldMk cId="3436424385" sldId="301"/>
            <ac:spMk id="26" creationId="{3D7206B8-C973-6E21-1ADC-E93454319CB0}"/>
          </ac:spMkLst>
        </pc:spChg>
        <pc:spChg chg="mod">
          <ac:chgData name="Audo Alí Díaz Gómez" userId="7be0f7cc16a5f5a1" providerId="LiveId" clId="{6CEE7326-A3FB-40F6-9B73-973EE95D0C46}" dt="2023-01-17T14:29:11.570" v="642" actId="207"/>
          <ac:spMkLst>
            <pc:docMk/>
            <pc:sldMk cId="3436424385" sldId="301"/>
            <ac:spMk id="27" creationId="{73F31FD7-871D-0409-ECBC-9B3A1348A450}"/>
          </ac:spMkLst>
        </pc:spChg>
        <pc:spChg chg="mod">
          <ac:chgData name="Audo Alí Díaz Gómez" userId="7be0f7cc16a5f5a1" providerId="LiveId" clId="{6CEE7326-A3FB-40F6-9B73-973EE95D0C46}" dt="2023-01-17T14:29:11.570" v="642" actId="207"/>
          <ac:spMkLst>
            <pc:docMk/>
            <pc:sldMk cId="3436424385" sldId="301"/>
            <ac:spMk id="28" creationId="{7E183A5E-4E67-9041-B135-3BE5182366F4}"/>
          </ac:spMkLst>
        </pc:spChg>
        <pc:grpChg chg="add mod ord">
          <ac:chgData name="Audo Alí Díaz Gómez" userId="7be0f7cc16a5f5a1" providerId="LiveId" clId="{6CEE7326-A3FB-40F6-9B73-973EE95D0C46}" dt="2023-01-17T14:32:18.761" v="670" actId="1036"/>
          <ac:grpSpMkLst>
            <pc:docMk/>
            <pc:sldMk cId="3436424385" sldId="301"/>
            <ac:grpSpMk id="95" creationId="{ACAD79F9-453D-2ECC-C635-8B9D899FB1B9}"/>
          </ac:grpSpMkLst>
        </pc:grpChg>
        <pc:grpChg chg="add mod">
          <ac:chgData name="Audo Alí Díaz Gómez" userId="7be0f7cc16a5f5a1" providerId="LiveId" clId="{6CEE7326-A3FB-40F6-9B73-973EE95D0C46}" dt="2023-01-17T14:32:18.761" v="670" actId="1036"/>
          <ac:grpSpMkLst>
            <pc:docMk/>
            <pc:sldMk cId="3436424385" sldId="301"/>
            <ac:grpSpMk id="96" creationId="{547E307B-3F72-4CA9-857C-EF8D56A85120}"/>
          </ac:grpSpMkLst>
        </pc:grpChg>
        <pc:grpChg chg="add mod">
          <ac:chgData name="Audo Alí Díaz Gómez" userId="7be0f7cc16a5f5a1" providerId="LiveId" clId="{6CEE7326-A3FB-40F6-9B73-973EE95D0C46}" dt="2023-01-17T14:32:18.761" v="670" actId="1036"/>
          <ac:grpSpMkLst>
            <pc:docMk/>
            <pc:sldMk cId="3436424385" sldId="301"/>
            <ac:grpSpMk id="97" creationId="{7429F279-AC40-2E81-8103-79EC7CA98901}"/>
          </ac:grpSpMkLst>
        </pc:grpChg>
        <pc:grpChg chg="add mod">
          <ac:chgData name="Audo Alí Díaz Gómez" userId="7be0f7cc16a5f5a1" providerId="LiveId" clId="{6CEE7326-A3FB-40F6-9B73-973EE95D0C46}" dt="2023-01-17T14:32:18.761" v="670" actId="1036"/>
          <ac:grpSpMkLst>
            <pc:docMk/>
            <pc:sldMk cId="3436424385" sldId="301"/>
            <ac:grpSpMk id="98" creationId="{E0CDBAC2-6912-163B-FBCB-9A85DDA5C40B}"/>
          </ac:grpSpMkLst>
        </pc:grpChg>
        <pc:grpChg chg="add mod">
          <ac:chgData name="Audo Alí Díaz Gómez" userId="7be0f7cc16a5f5a1" providerId="LiveId" clId="{6CEE7326-A3FB-40F6-9B73-973EE95D0C46}" dt="2023-01-17T14:32:18.761" v="670" actId="1036"/>
          <ac:grpSpMkLst>
            <pc:docMk/>
            <pc:sldMk cId="3436424385" sldId="301"/>
            <ac:grpSpMk id="99" creationId="{AB0E25C7-9024-7C5E-84BD-0A6AC83DA638}"/>
          </ac:grpSpMkLst>
        </pc:grpChg>
        <pc:cxnChg chg="add del mod">
          <ac:chgData name="Audo Alí Díaz Gómez" userId="7be0f7cc16a5f5a1" providerId="LiveId" clId="{6CEE7326-A3FB-40F6-9B73-973EE95D0C46}" dt="2023-01-17T14:25:36.833" v="591" actId="478"/>
          <ac:cxnSpMkLst>
            <pc:docMk/>
            <pc:sldMk cId="3436424385" sldId="301"/>
            <ac:cxnSpMk id="3" creationId="{68A3DD97-B290-9DC5-8687-751EE840F105}"/>
          </ac:cxnSpMkLst>
        </pc:cxnChg>
        <pc:cxnChg chg="add del mod">
          <ac:chgData name="Audo Alí Díaz Gómez" userId="7be0f7cc16a5f5a1" providerId="LiveId" clId="{6CEE7326-A3FB-40F6-9B73-973EE95D0C46}" dt="2023-01-17T14:25:37.582" v="592" actId="478"/>
          <ac:cxnSpMkLst>
            <pc:docMk/>
            <pc:sldMk cId="3436424385" sldId="301"/>
            <ac:cxnSpMk id="24" creationId="{A234DA57-B049-A0C0-3A2B-35111019735A}"/>
          </ac:cxnSpMkLst>
        </pc:cxnChg>
        <pc:cxnChg chg="add del mod">
          <ac:chgData name="Audo Alí Díaz Gómez" userId="7be0f7cc16a5f5a1" providerId="LiveId" clId="{6CEE7326-A3FB-40F6-9B73-973EE95D0C46}" dt="2023-01-17T14:25:39.381" v="593" actId="478"/>
          <ac:cxnSpMkLst>
            <pc:docMk/>
            <pc:sldMk cId="3436424385" sldId="301"/>
            <ac:cxnSpMk id="30" creationId="{4313063B-A76F-1125-C7FA-AC72F85E5630}"/>
          </ac:cxnSpMkLst>
        </pc:cxnChg>
        <pc:cxnChg chg="add del mod">
          <ac:chgData name="Audo Alí Díaz Gómez" userId="7be0f7cc16a5f5a1" providerId="LiveId" clId="{6CEE7326-A3FB-40F6-9B73-973EE95D0C46}" dt="2023-01-17T14:25:35.487" v="589" actId="478"/>
          <ac:cxnSpMkLst>
            <pc:docMk/>
            <pc:sldMk cId="3436424385" sldId="301"/>
            <ac:cxnSpMk id="32" creationId="{33CE60C2-A5A7-85E9-BAD7-E10A8CF0644E}"/>
          </ac:cxnSpMkLst>
        </pc:cxnChg>
        <pc:cxnChg chg="add del mod">
          <ac:chgData name="Audo Alí Díaz Gómez" userId="7be0f7cc16a5f5a1" providerId="LiveId" clId="{6CEE7326-A3FB-40F6-9B73-973EE95D0C46}" dt="2023-01-17T14:25:34.455" v="588" actId="478"/>
          <ac:cxnSpMkLst>
            <pc:docMk/>
            <pc:sldMk cId="3436424385" sldId="301"/>
            <ac:cxnSpMk id="34" creationId="{FC3174E6-74A5-E6F6-62A3-FA61757D67BB}"/>
          </ac:cxnSpMkLst>
        </pc:cxnChg>
        <pc:cxnChg chg="add del mod">
          <ac:chgData name="Audo Alí Díaz Gómez" userId="7be0f7cc16a5f5a1" providerId="LiveId" clId="{6CEE7326-A3FB-40F6-9B73-973EE95D0C46}" dt="2023-01-17T14:25:35.987" v="590" actId="478"/>
          <ac:cxnSpMkLst>
            <pc:docMk/>
            <pc:sldMk cId="3436424385" sldId="301"/>
            <ac:cxnSpMk id="36" creationId="{C7C01462-53D5-2B84-159F-66CD4BC3C342}"/>
          </ac:cxnSpMkLst>
        </pc:cxnChg>
        <pc:cxnChg chg="add del mod">
          <ac:chgData name="Audo Alí Díaz Gómez" userId="7be0f7cc16a5f5a1" providerId="LiveId" clId="{6CEE7326-A3FB-40F6-9B73-973EE95D0C46}" dt="2023-01-17T14:25:33.531" v="587" actId="478"/>
          <ac:cxnSpMkLst>
            <pc:docMk/>
            <pc:sldMk cId="3436424385" sldId="301"/>
            <ac:cxnSpMk id="46" creationId="{C30F9CF6-6872-6E60-E4C3-AA15E4533A16}"/>
          </ac:cxnSpMkLst>
        </pc:cxnChg>
        <pc:cxnChg chg="add del mod">
          <ac:chgData name="Audo Alí Díaz Gómez" userId="7be0f7cc16a5f5a1" providerId="LiveId" clId="{6CEE7326-A3FB-40F6-9B73-973EE95D0C46}" dt="2023-01-17T14:25:32.686" v="586" actId="478"/>
          <ac:cxnSpMkLst>
            <pc:docMk/>
            <pc:sldMk cId="3436424385" sldId="301"/>
            <ac:cxnSpMk id="48" creationId="{E82CA5DF-4A5E-9C95-47E4-5950DC27375E}"/>
          </ac:cxnSpMkLst>
        </pc:cxnChg>
        <pc:cxnChg chg="add mod">
          <ac:chgData name="Audo Alí Díaz Gómez" userId="7be0f7cc16a5f5a1" providerId="LiveId" clId="{6CEE7326-A3FB-40F6-9B73-973EE95D0C46}" dt="2023-01-17T14:32:08.059" v="654" actId="208"/>
          <ac:cxnSpMkLst>
            <pc:docMk/>
            <pc:sldMk cId="3436424385" sldId="301"/>
            <ac:cxnSpMk id="51" creationId="{A6773D05-7C0E-6B74-0791-5103F39DB7B5}"/>
          </ac:cxnSpMkLst>
        </pc:cxnChg>
        <pc:cxnChg chg="add mod">
          <ac:chgData name="Audo Alí Díaz Gómez" userId="7be0f7cc16a5f5a1" providerId="LiveId" clId="{6CEE7326-A3FB-40F6-9B73-973EE95D0C46}" dt="2023-01-17T14:32:08.059" v="654" actId="208"/>
          <ac:cxnSpMkLst>
            <pc:docMk/>
            <pc:sldMk cId="3436424385" sldId="301"/>
            <ac:cxnSpMk id="53" creationId="{545FEEF7-0F6E-C3D5-4E26-FBE1E8C644F0}"/>
          </ac:cxnSpMkLst>
        </pc:cxnChg>
        <pc:cxnChg chg="add mod">
          <ac:chgData name="Audo Alí Díaz Gómez" userId="7be0f7cc16a5f5a1" providerId="LiveId" clId="{6CEE7326-A3FB-40F6-9B73-973EE95D0C46}" dt="2023-01-17T14:32:18.761" v="670" actId="1036"/>
          <ac:cxnSpMkLst>
            <pc:docMk/>
            <pc:sldMk cId="3436424385" sldId="301"/>
            <ac:cxnSpMk id="55" creationId="{F3E0A3D6-7CF8-D5EB-F954-3CA6E28FFD93}"/>
          </ac:cxnSpMkLst>
        </pc:cxnChg>
        <pc:cxnChg chg="add mod">
          <ac:chgData name="Audo Alí Díaz Gómez" userId="7be0f7cc16a5f5a1" providerId="LiveId" clId="{6CEE7326-A3FB-40F6-9B73-973EE95D0C46}" dt="2023-01-17T14:32:18.761" v="670" actId="1036"/>
          <ac:cxnSpMkLst>
            <pc:docMk/>
            <pc:sldMk cId="3436424385" sldId="301"/>
            <ac:cxnSpMk id="57" creationId="{F5292CC6-1BE7-586B-0D7E-C9C1FC5E199F}"/>
          </ac:cxnSpMkLst>
        </pc:cxnChg>
        <pc:cxnChg chg="add mod">
          <ac:chgData name="Audo Alí Díaz Gómez" userId="7be0f7cc16a5f5a1" providerId="LiveId" clId="{6CEE7326-A3FB-40F6-9B73-973EE95D0C46}" dt="2023-01-17T14:32:18.761" v="670" actId="1036"/>
          <ac:cxnSpMkLst>
            <pc:docMk/>
            <pc:sldMk cId="3436424385" sldId="301"/>
            <ac:cxnSpMk id="59" creationId="{FBBCE5CD-1CFC-980C-82F1-1E7BCA48497F}"/>
          </ac:cxnSpMkLst>
        </pc:cxnChg>
        <pc:cxnChg chg="add mod">
          <ac:chgData name="Audo Alí Díaz Gómez" userId="7be0f7cc16a5f5a1" providerId="LiveId" clId="{6CEE7326-A3FB-40F6-9B73-973EE95D0C46}" dt="2023-01-17T14:32:18.761" v="670" actId="1036"/>
          <ac:cxnSpMkLst>
            <pc:docMk/>
            <pc:sldMk cId="3436424385" sldId="301"/>
            <ac:cxnSpMk id="61" creationId="{13AE5D97-FC81-AB57-47F9-E787CB6A2BBE}"/>
          </ac:cxnSpMkLst>
        </pc:cxnChg>
        <pc:cxnChg chg="add mod">
          <ac:chgData name="Audo Alí Díaz Gómez" userId="7be0f7cc16a5f5a1" providerId="LiveId" clId="{6CEE7326-A3FB-40F6-9B73-973EE95D0C46}" dt="2023-01-17T14:32:08.059" v="654" actId="208"/>
          <ac:cxnSpMkLst>
            <pc:docMk/>
            <pc:sldMk cId="3436424385" sldId="301"/>
            <ac:cxnSpMk id="63" creationId="{732396A0-7781-522C-82BA-3587C9E14928}"/>
          </ac:cxnSpMkLst>
        </pc:cxnChg>
        <pc:cxnChg chg="add mod">
          <ac:chgData name="Audo Alí Díaz Gómez" userId="7be0f7cc16a5f5a1" providerId="LiveId" clId="{6CEE7326-A3FB-40F6-9B73-973EE95D0C46}" dt="2023-01-17T14:32:08.059" v="654" actId="208"/>
          <ac:cxnSpMkLst>
            <pc:docMk/>
            <pc:sldMk cId="3436424385" sldId="301"/>
            <ac:cxnSpMk id="65" creationId="{BDE4A47E-C7A9-14FA-44BB-85B3997CC3D6}"/>
          </ac:cxnSpMkLst>
        </pc:cxnChg>
        <pc:cxnChg chg="add mod">
          <ac:chgData name="Audo Alí Díaz Gómez" userId="7be0f7cc16a5f5a1" providerId="LiveId" clId="{6CEE7326-A3FB-40F6-9B73-973EE95D0C46}" dt="2023-01-17T14:32:08.059" v="654" actId="208"/>
          <ac:cxnSpMkLst>
            <pc:docMk/>
            <pc:sldMk cId="3436424385" sldId="301"/>
            <ac:cxnSpMk id="67" creationId="{4D5AB0B0-950B-F017-E5E4-E822BF5C50B4}"/>
          </ac:cxnSpMkLst>
        </pc:cxnChg>
        <pc:cxnChg chg="add mod">
          <ac:chgData name="Audo Alí Díaz Gómez" userId="7be0f7cc16a5f5a1" providerId="LiveId" clId="{6CEE7326-A3FB-40F6-9B73-973EE95D0C46}" dt="2023-01-17T14:32:08.059" v="654" actId="208"/>
          <ac:cxnSpMkLst>
            <pc:docMk/>
            <pc:sldMk cId="3436424385" sldId="301"/>
            <ac:cxnSpMk id="69" creationId="{385E6FEE-DF67-AE3B-9E39-FC5FD07A205A}"/>
          </ac:cxnSpMkLst>
        </pc:cxnChg>
        <pc:cxnChg chg="add mod">
          <ac:chgData name="Audo Alí Díaz Gómez" userId="7be0f7cc16a5f5a1" providerId="LiveId" clId="{6CEE7326-A3FB-40F6-9B73-973EE95D0C46}" dt="2023-01-17T14:32:08.059" v="654" actId="208"/>
          <ac:cxnSpMkLst>
            <pc:docMk/>
            <pc:sldMk cId="3436424385" sldId="301"/>
            <ac:cxnSpMk id="71" creationId="{31F216D0-AAE5-642A-01D9-5B68E144758E}"/>
          </ac:cxnSpMkLst>
        </pc:cxnChg>
        <pc:cxnChg chg="add mod">
          <ac:chgData name="Audo Alí Díaz Gómez" userId="7be0f7cc16a5f5a1" providerId="LiveId" clId="{6CEE7326-A3FB-40F6-9B73-973EE95D0C46}" dt="2023-01-17T14:32:08.059" v="654" actId="208"/>
          <ac:cxnSpMkLst>
            <pc:docMk/>
            <pc:sldMk cId="3436424385" sldId="301"/>
            <ac:cxnSpMk id="74" creationId="{338E2025-F236-2448-DB7B-414AA954054A}"/>
          </ac:cxnSpMkLst>
        </pc:cxnChg>
        <pc:cxnChg chg="add mod">
          <ac:chgData name="Audo Alí Díaz Gómez" userId="7be0f7cc16a5f5a1" providerId="LiveId" clId="{6CEE7326-A3FB-40F6-9B73-973EE95D0C46}" dt="2023-01-17T14:32:08.059" v="654" actId="208"/>
          <ac:cxnSpMkLst>
            <pc:docMk/>
            <pc:sldMk cId="3436424385" sldId="301"/>
            <ac:cxnSpMk id="76" creationId="{C51E81C3-5B38-5574-DEE7-4469D06970A7}"/>
          </ac:cxnSpMkLst>
        </pc:cxnChg>
        <pc:cxnChg chg="add mod">
          <ac:chgData name="Audo Alí Díaz Gómez" userId="7be0f7cc16a5f5a1" providerId="LiveId" clId="{6CEE7326-A3FB-40F6-9B73-973EE95D0C46}" dt="2023-01-17T14:32:08.059" v="654" actId="208"/>
          <ac:cxnSpMkLst>
            <pc:docMk/>
            <pc:sldMk cId="3436424385" sldId="301"/>
            <ac:cxnSpMk id="78" creationId="{1C897552-B816-3A72-AE9B-048F789EBA83}"/>
          </ac:cxnSpMkLst>
        </pc:cxnChg>
        <pc:cxnChg chg="add mod">
          <ac:chgData name="Audo Alí Díaz Gómez" userId="7be0f7cc16a5f5a1" providerId="LiveId" clId="{6CEE7326-A3FB-40F6-9B73-973EE95D0C46}" dt="2023-01-17T14:32:08.059" v="654" actId="208"/>
          <ac:cxnSpMkLst>
            <pc:docMk/>
            <pc:sldMk cId="3436424385" sldId="301"/>
            <ac:cxnSpMk id="80" creationId="{4FC6F1B1-A86E-5D11-9F25-E117CAC7D56F}"/>
          </ac:cxnSpMkLst>
        </pc:cxnChg>
        <pc:cxnChg chg="add mod">
          <ac:chgData name="Audo Alí Díaz Gómez" userId="7be0f7cc16a5f5a1" providerId="LiveId" clId="{6CEE7326-A3FB-40F6-9B73-973EE95D0C46}" dt="2023-01-17T14:32:08.059" v="654" actId="208"/>
          <ac:cxnSpMkLst>
            <pc:docMk/>
            <pc:sldMk cId="3436424385" sldId="301"/>
            <ac:cxnSpMk id="82" creationId="{30C36B4A-4C61-2B50-2448-CC940199558E}"/>
          </ac:cxnSpMkLst>
        </pc:cxnChg>
        <pc:cxnChg chg="add mod">
          <ac:chgData name="Audo Alí Díaz Gómez" userId="7be0f7cc16a5f5a1" providerId="LiveId" clId="{6CEE7326-A3FB-40F6-9B73-973EE95D0C46}" dt="2023-01-17T14:32:08.059" v="654" actId="208"/>
          <ac:cxnSpMkLst>
            <pc:docMk/>
            <pc:sldMk cId="3436424385" sldId="301"/>
            <ac:cxnSpMk id="84" creationId="{79660E29-C551-74E4-119E-1BD3CB0720C9}"/>
          </ac:cxnSpMkLst>
        </pc:cxnChg>
        <pc:cxnChg chg="add mod">
          <ac:chgData name="Audo Alí Díaz Gómez" userId="7be0f7cc16a5f5a1" providerId="LiveId" clId="{6CEE7326-A3FB-40F6-9B73-973EE95D0C46}" dt="2023-01-17T14:32:08.059" v="654" actId="208"/>
          <ac:cxnSpMkLst>
            <pc:docMk/>
            <pc:sldMk cId="3436424385" sldId="301"/>
            <ac:cxnSpMk id="86" creationId="{D78CDC45-47A8-6D3F-5B04-7D7A0AC92FCB}"/>
          </ac:cxnSpMkLst>
        </pc:cxnChg>
        <pc:cxnChg chg="add mod">
          <ac:chgData name="Audo Alí Díaz Gómez" userId="7be0f7cc16a5f5a1" providerId="LiveId" clId="{6CEE7326-A3FB-40F6-9B73-973EE95D0C46}" dt="2023-01-17T14:32:08.059" v="654" actId="208"/>
          <ac:cxnSpMkLst>
            <pc:docMk/>
            <pc:sldMk cId="3436424385" sldId="301"/>
            <ac:cxnSpMk id="88" creationId="{D94F6278-F64A-4F50-27B1-B6D0E8F0D31D}"/>
          </ac:cxnSpMkLst>
        </pc:cxnChg>
        <pc:cxnChg chg="add mod">
          <ac:chgData name="Audo Alí Díaz Gómez" userId="7be0f7cc16a5f5a1" providerId="LiveId" clId="{6CEE7326-A3FB-40F6-9B73-973EE95D0C46}" dt="2023-01-17T14:32:08.059" v="654" actId="208"/>
          <ac:cxnSpMkLst>
            <pc:docMk/>
            <pc:sldMk cId="3436424385" sldId="301"/>
            <ac:cxnSpMk id="90" creationId="{074A4617-A220-C773-8FE1-F5CC10661C1B}"/>
          </ac:cxnSpMkLst>
        </pc:cxnChg>
        <pc:cxnChg chg="add mod">
          <ac:chgData name="Audo Alí Díaz Gómez" userId="7be0f7cc16a5f5a1" providerId="LiveId" clId="{6CEE7326-A3FB-40F6-9B73-973EE95D0C46}" dt="2023-01-17T14:32:08.059" v="654" actId="208"/>
          <ac:cxnSpMkLst>
            <pc:docMk/>
            <pc:sldMk cId="3436424385" sldId="301"/>
            <ac:cxnSpMk id="92" creationId="{B43E75D7-6D6D-442E-F82C-656AA3080710}"/>
          </ac:cxnSpMkLst>
        </pc:cxnChg>
        <pc:cxnChg chg="add mod">
          <ac:chgData name="Audo Alí Díaz Gómez" userId="7be0f7cc16a5f5a1" providerId="LiveId" clId="{6CEE7326-A3FB-40F6-9B73-973EE95D0C46}" dt="2023-01-17T14:32:08.059" v="654" actId="208"/>
          <ac:cxnSpMkLst>
            <pc:docMk/>
            <pc:sldMk cId="3436424385" sldId="301"/>
            <ac:cxnSpMk id="94" creationId="{21B9C793-76C4-1EDD-F2C1-8BDDDB1C1369}"/>
          </ac:cxnSpMkLst>
        </pc:cxnChg>
      </pc:sldChg>
      <pc:sldChg chg="modSp add mod">
        <pc:chgData name="Audo Alí Díaz Gómez" userId="7be0f7cc16a5f5a1" providerId="LiveId" clId="{6CEE7326-A3FB-40F6-9B73-973EE95D0C46}" dt="2023-01-17T14:31:22.917" v="653" actId="207"/>
        <pc:sldMkLst>
          <pc:docMk/>
          <pc:sldMk cId="2382126860" sldId="370"/>
        </pc:sldMkLst>
        <pc:spChg chg="mod">
          <ac:chgData name="Audo Alí Díaz Gómez" userId="7be0f7cc16a5f5a1" providerId="LiveId" clId="{6CEE7326-A3FB-40F6-9B73-973EE95D0C46}" dt="2023-01-17T14:31:22.917" v="653" actId="207"/>
          <ac:spMkLst>
            <pc:docMk/>
            <pc:sldMk cId="2382126860" sldId="370"/>
            <ac:spMk id="4" creationId="{7FEFECDF-4E75-44F1-7B46-99B6F7DB3740}"/>
          </ac:spMkLst>
        </pc:spChg>
      </pc:sldChg>
    </pc:docChg>
  </pc:docChgLst>
  <pc:docChgLst>
    <pc:chgData name="Audo Alí Díaz Gómez" userId="7be0f7cc16a5f5a1" providerId="LiveId" clId="{9A6E0C55-2842-45C5-BDF6-AED3484DD063}"/>
    <pc:docChg chg="undo redo custSel addSld delSld modSld sldOrd">
      <pc:chgData name="Audo Alí Díaz Gómez" userId="7be0f7cc16a5f5a1" providerId="LiveId" clId="{9A6E0C55-2842-45C5-BDF6-AED3484DD063}" dt="2023-02-05T23:16:51.631" v="792" actId="20577"/>
      <pc:docMkLst>
        <pc:docMk/>
      </pc:docMkLst>
      <pc:sldChg chg="addSp delSp modSp mod">
        <pc:chgData name="Audo Alí Díaz Gómez" userId="7be0f7cc16a5f5a1" providerId="LiveId" clId="{9A6E0C55-2842-45C5-BDF6-AED3484DD063}" dt="2023-02-05T23:16:51.631" v="792" actId="20577"/>
        <pc:sldMkLst>
          <pc:docMk/>
          <pc:sldMk cId="1913357527" sldId="259"/>
        </pc:sldMkLst>
        <pc:spChg chg="mod">
          <ac:chgData name="Audo Alí Díaz Gómez" userId="7be0f7cc16a5f5a1" providerId="LiveId" clId="{9A6E0C55-2842-45C5-BDF6-AED3484DD063}" dt="2023-02-05T23:16:29.005" v="696" actId="20577"/>
          <ac:spMkLst>
            <pc:docMk/>
            <pc:sldMk cId="1913357527" sldId="259"/>
            <ac:spMk id="2" creationId="{F3038A3E-D4FF-F048-996C-39F969F7EED4}"/>
          </ac:spMkLst>
        </pc:spChg>
        <pc:spChg chg="mod">
          <ac:chgData name="Audo Alí Díaz Gómez" userId="7be0f7cc16a5f5a1" providerId="LiveId" clId="{9A6E0C55-2842-45C5-BDF6-AED3484DD063}" dt="2023-02-05T23:16:51.631" v="792" actId="20577"/>
          <ac:spMkLst>
            <pc:docMk/>
            <pc:sldMk cId="1913357527" sldId="259"/>
            <ac:spMk id="3" creationId="{B0A4CB58-67A4-E04F-8046-8E43D0DF01CA}"/>
          </ac:spMkLst>
        </pc:spChg>
        <pc:spChg chg="add del mod">
          <ac:chgData name="Audo Alí Díaz Gómez" userId="7be0f7cc16a5f5a1" providerId="LiveId" clId="{9A6E0C55-2842-45C5-BDF6-AED3484DD063}" dt="2023-02-05T23:09:53.202" v="545" actId="208"/>
          <ac:spMkLst>
            <pc:docMk/>
            <pc:sldMk cId="1913357527" sldId="259"/>
            <ac:spMk id="5" creationId="{C0081586-1B92-60FF-1DF8-DA0C78A9FAF1}"/>
          </ac:spMkLst>
        </pc:spChg>
        <pc:spChg chg="mod">
          <ac:chgData name="Audo Alí Díaz Gómez" userId="7be0f7cc16a5f5a1" providerId="LiveId" clId="{9A6E0C55-2842-45C5-BDF6-AED3484DD063}" dt="2023-02-05T23:09:14.371" v="530" actId="14100"/>
          <ac:spMkLst>
            <pc:docMk/>
            <pc:sldMk cId="1913357527" sldId="259"/>
            <ac:spMk id="6" creationId="{F63EBB59-BD03-4508-9335-F596B637453F}"/>
          </ac:spMkLst>
        </pc:spChg>
        <pc:spChg chg="add del mod">
          <ac:chgData name="Audo Alí Díaz Gómez" userId="7be0f7cc16a5f5a1" providerId="LiveId" clId="{9A6E0C55-2842-45C5-BDF6-AED3484DD063}" dt="2023-02-05T23:09:53.202" v="545" actId="208"/>
          <ac:spMkLst>
            <pc:docMk/>
            <pc:sldMk cId="1913357527" sldId="259"/>
            <ac:spMk id="7" creationId="{84EB52AA-CB0A-F25D-95CB-29D7EA4ABB66}"/>
          </ac:spMkLst>
        </pc:spChg>
        <pc:spChg chg="mod">
          <ac:chgData name="Audo Alí Díaz Gómez" userId="7be0f7cc16a5f5a1" providerId="LiveId" clId="{9A6E0C55-2842-45C5-BDF6-AED3484DD063}" dt="2023-02-05T23:09:11.752" v="529" actId="14100"/>
          <ac:spMkLst>
            <pc:docMk/>
            <pc:sldMk cId="1913357527" sldId="259"/>
            <ac:spMk id="9" creationId="{57420DAE-8443-45CD-8000-6BC9AA220670}"/>
          </ac:spMkLst>
        </pc:spChg>
        <pc:spChg chg="add del mod">
          <ac:chgData name="Audo Alí Díaz Gómez" userId="7be0f7cc16a5f5a1" providerId="LiveId" clId="{9A6E0C55-2842-45C5-BDF6-AED3484DD063}" dt="2023-02-05T23:09:53.202" v="545" actId="208"/>
          <ac:spMkLst>
            <pc:docMk/>
            <pc:sldMk cId="1913357527" sldId="259"/>
            <ac:spMk id="10" creationId="{7F6850C8-A911-F60B-3CAD-4FAA5CF8F512}"/>
          </ac:spMkLst>
        </pc:spChg>
        <pc:spChg chg="mod">
          <ac:chgData name="Audo Alí Díaz Gómez" userId="7be0f7cc16a5f5a1" providerId="LiveId" clId="{9A6E0C55-2842-45C5-BDF6-AED3484DD063}" dt="2023-02-05T23:11:55.124" v="580" actId="14100"/>
          <ac:spMkLst>
            <pc:docMk/>
            <pc:sldMk cId="1913357527" sldId="259"/>
            <ac:spMk id="11" creationId="{EC4E4BD7-D556-B0C0-0B15-F0EB0BCA163B}"/>
          </ac:spMkLst>
        </pc:spChg>
        <pc:spChg chg="del">
          <ac:chgData name="Audo Alí Díaz Gómez" userId="7be0f7cc16a5f5a1" providerId="LiveId" clId="{9A6E0C55-2842-45C5-BDF6-AED3484DD063}" dt="2023-02-05T23:09:35.818" v="542" actId="21"/>
          <ac:spMkLst>
            <pc:docMk/>
            <pc:sldMk cId="1913357527" sldId="259"/>
            <ac:spMk id="12" creationId="{31D896D9-6F32-646D-B4CF-EF55443C6EA7}"/>
          </ac:spMkLst>
        </pc:spChg>
        <pc:spChg chg="del">
          <ac:chgData name="Audo Alí Díaz Gómez" userId="7be0f7cc16a5f5a1" providerId="LiveId" clId="{9A6E0C55-2842-45C5-BDF6-AED3484DD063}" dt="2023-02-05T23:09:35.818" v="542" actId="21"/>
          <ac:spMkLst>
            <pc:docMk/>
            <pc:sldMk cId="1913357527" sldId="259"/>
            <ac:spMk id="13" creationId="{1810D820-2F42-72ED-01E1-5FAAF8D2AFFD}"/>
          </ac:spMkLst>
        </pc:spChg>
        <pc:spChg chg="del">
          <ac:chgData name="Audo Alí Díaz Gómez" userId="7be0f7cc16a5f5a1" providerId="LiveId" clId="{9A6E0C55-2842-45C5-BDF6-AED3484DD063}" dt="2023-02-05T23:09:35.818" v="542" actId="21"/>
          <ac:spMkLst>
            <pc:docMk/>
            <pc:sldMk cId="1913357527" sldId="259"/>
            <ac:spMk id="15" creationId="{0936A656-1D26-AABA-AF82-FC5F24839494}"/>
          </ac:spMkLst>
        </pc:spChg>
        <pc:spChg chg="del">
          <ac:chgData name="Audo Alí Díaz Gómez" userId="7be0f7cc16a5f5a1" providerId="LiveId" clId="{9A6E0C55-2842-45C5-BDF6-AED3484DD063}" dt="2023-02-05T23:09:35.818" v="542" actId="21"/>
          <ac:spMkLst>
            <pc:docMk/>
            <pc:sldMk cId="1913357527" sldId="259"/>
            <ac:spMk id="16" creationId="{8F0FE6C2-D276-50A6-EB87-8D908D9334F0}"/>
          </ac:spMkLst>
        </pc:spChg>
        <pc:spChg chg="del">
          <ac:chgData name="Audo Alí Díaz Gómez" userId="7be0f7cc16a5f5a1" providerId="LiveId" clId="{9A6E0C55-2842-45C5-BDF6-AED3484DD063}" dt="2023-02-05T23:09:35.818" v="542" actId="21"/>
          <ac:spMkLst>
            <pc:docMk/>
            <pc:sldMk cId="1913357527" sldId="259"/>
            <ac:spMk id="17" creationId="{74E2A7B5-EEFD-5F92-A704-5CD9A8B4D159}"/>
          </ac:spMkLst>
        </pc:spChg>
        <pc:spChg chg="del">
          <ac:chgData name="Audo Alí Díaz Gómez" userId="7be0f7cc16a5f5a1" providerId="LiveId" clId="{9A6E0C55-2842-45C5-BDF6-AED3484DD063}" dt="2023-02-05T23:09:35.818" v="542" actId="21"/>
          <ac:spMkLst>
            <pc:docMk/>
            <pc:sldMk cId="1913357527" sldId="259"/>
            <ac:spMk id="18" creationId="{715D85E1-327E-AAB5-B6D5-17E380052A2D}"/>
          </ac:spMkLst>
        </pc:spChg>
        <pc:spChg chg="del">
          <ac:chgData name="Audo Alí Díaz Gómez" userId="7be0f7cc16a5f5a1" providerId="LiveId" clId="{9A6E0C55-2842-45C5-BDF6-AED3484DD063}" dt="2023-02-05T23:09:35.818" v="542" actId="21"/>
          <ac:spMkLst>
            <pc:docMk/>
            <pc:sldMk cId="1913357527" sldId="259"/>
            <ac:spMk id="19" creationId="{D319133E-47D6-B5A4-8E4D-0584689F7C30}"/>
          </ac:spMkLst>
        </pc:spChg>
        <pc:spChg chg="del">
          <ac:chgData name="Audo Alí Díaz Gómez" userId="7be0f7cc16a5f5a1" providerId="LiveId" clId="{9A6E0C55-2842-45C5-BDF6-AED3484DD063}" dt="2023-02-05T23:09:35.818" v="542" actId="21"/>
          <ac:spMkLst>
            <pc:docMk/>
            <pc:sldMk cId="1913357527" sldId="259"/>
            <ac:spMk id="21" creationId="{4EAA3A69-FD8E-FEF9-647B-5F42A8AB35AA}"/>
          </ac:spMkLst>
        </pc:spChg>
        <pc:spChg chg="del">
          <ac:chgData name="Audo Alí Díaz Gómez" userId="7be0f7cc16a5f5a1" providerId="LiveId" clId="{9A6E0C55-2842-45C5-BDF6-AED3484DD063}" dt="2023-02-05T23:09:35.818" v="542" actId="21"/>
          <ac:spMkLst>
            <pc:docMk/>
            <pc:sldMk cId="1913357527" sldId="259"/>
            <ac:spMk id="22" creationId="{C6CDB1B4-4510-6B02-A176-62CBAFADA4D4}"/>
          </ac:spMkLst>
        </pc:spChg>
        <pc:spChg chg="del">
          <ac:chgData name="Audo Alí Díaz Gómez" userId="7be0f7cc16a5f5a1" providerId="LiveId" clId="{9A6E0C55-2842-45C5-BDF6-AED3484DD063}" dt="2023-02-05T23:09:35.818" v="542" actId="21"/>
          <ac:spMkLst>
            <pc:docMk/>
            <pc:sldMk cId="1913357527" sldId="259"/>
            <ac:spMk id="24" creationId="{902FE344-E230-DD8F-16C7-C2E0ED705E9B}"/>
          </ac:spMkLst>
        </pc:spChg>
        <pc:spChg chg="add mod">
          <ac:chgData name="Audo Alí Díaz Gómez" userId="7be0f7cc16a5f5a1" providerId="LiveId" clId="{9A6E0C55-2842-45C5-BDF6-AED3484DD063}" dt="2023-02-05T23:09:07.702" v="526" actId="14100"/>
          <ac:spMkLst>
            <pc:docMk/>
            <pc:sldMk cId="1913357527" sldId="259"/>
            <ac:spMk id="26" creationId="{45B6B984-23A7-EE3C-5B96-EACACAB3ACF6}"/>
          </ac:spMkLst>
        </pc:spChg>
        <pc:spChg chg="add mod">
          <ac:chgData name="Audo Alí Díaz Gómez" userId="7be0f7cc16a5f5a1" providerId="LiveId" clId="{9A6E0C55-2842-45C5-BDF6-AED3484DD063}" dt="2023-02-05T23:09:40.148" v="544" actId="571"/>
          <ac:spMkLst>
            <pc:docMk/>
            <pc:sldMk cId="1913357527" sldId="259"/>
            <ac:spMk id="27" creationId="{3D9B9784-0784-1D1D-AD60-CC4CDEDC7B99}"/>
          </ac:spMkLst>
        </pc:spChg>
        <pc:spChg chg="add mod">
          <ac:chgData name="Audo Alí Díaz Gómez" userId="7be0f7cc16a5f5a1" providerId="LiveId" clId="{9A6E0C55-2842-45C5-BDF6-AED3484DD063}" dt="2023-02-05T23:11:22.047" v="562" actId="571"/>
          <ac:spMkLst>
            <pc:docMk/>
            <pc:sldMk cId="1913357527" sldId="259"/>
            <ac:spMk id="39" creationId="{528E4378-5A78-3B18-0ACC-5926AD7C75A0}"/>
          </ac:spMkLst>
        </pc:spChg>
        <pc:spChg chg="add mod">
          <ac:chgData name="Audo Alí Díaz Gómez" userId="7be0f7cc16a5f5a1" providerId="LiveId" clId="{9A6E0C55-2842-45C5-BDF6-AED3484DD063}" dt="2023-02-05T23:11:22.047" v="562" actId="571"/>
          <ac:spMkLst>
            <pc:docMk/>
            <pc:sldMk cId="1913357527" sldId="259"/>
            <ac:spMk id="40" creationId="{512CE8AF-517A-590F-CB74-79A8B2BA49B6}"/>
          </ac:spMkLst>
        </pc:spChg>
        <pc:spChg chg="add mod">
          <ac:chgData name="Audo Alí Díaz Gómez" userId="7be0f7cc16a5f5a1" providerId="LiveId" clId="{9A6E0C55-2842-45C5-BDF6-AED3484DD063}" dt="2023-02-05T23:11:22.047" v="562" actId="571"/>
          <ac:spMkLst>
            <pc:docMk/>
            <pc:sldMk cId="1913357527" sldId="259"/>
            <ac:spMk id="41" creationId="{9C2FCBCF-1056-C21A-6459-BB714CCACF47}"/>
          </ac:spMkLst>
        </pc:spChg>
        <pc:spChg chg="add mod">
          <ac:chgData name="Audo Alí Díaz Gómez" userId="7be0f7cc16a5f5a1" providerId="LiveId" clId="{9A6E0C55-2842-45C5-BDF6-AED3484DD063}" dt="2023-02-05T23:11:22.047" v="562" actId="571"/>
          <ac:spMkLst>
            <pc:docMk/>
            <pc:sldMk cId="1913357527" sldId="259"/>
            <ac:spMk id="42" creationId="{5A062ED6-7B71-4850-D29A-AE7096B54787}"/>
          </ac:spMkLst>
        </pc:spChg>
        <pc:spChg chg="add mod">
          <ac:chgData name="Audo Alí Díaz Gómez" userId="7be0f7cc16a5f5a1" providerId="LiveId" clId="{9A6E0C55-2842-45C5-BDF6-AED3484DD063}" dt="2023-02-05T23:11:22.047" v="562" actId="571"/>
          <ac:spMkLst>
            <pc:docMk/>
            <pc:sldMk cId="1913357527" sldId="259"/>
            <ac:spMk id="43" creationId="{22A45A6A-1B61-636C-548D-5ED4B4CC5F08}"/>
          </ac:spMkLst>
        </pc:spChg>
        <pc:spChg chg="add mod">
          <ac:chgData name="Audo Alí Díaz Gómez" userId="7be0f7cc16a5f5a1" providerId="LiveId" clId="{9A6E0C55-2842-45C5-BDF6-AED3484DD063}" dt="2023-02-05T23:11:22.047" v="562" actId="571"/>
          <ac:spMkLst>
            <pc:docMk/>
            <pc:sldMk cId="1913357527" sldId="259"/>
            <ac:spMk id="44" creationId="{72DFAB25-50B2-B3E7-A937-5B38A8B2993D}"/>
          </ac:spMkLst>
        </pc:spChg>
        <pc:spChg chg="add mod">
          <ac:chgData name="Audo Alí Díaz Gómez" userId="7be0f7cc16a5f5a1" providerId="LiveId" clId="{9A6E0C55-2842-45C5-BDF6-AED3484DD063}" dt="2023-02-05T23:11:26.451" v="564" actId="571"/>
          <ac:spMkLst>
            <pc:docMk/>
            <pc:sldMk cId="1913357527" sldId="259"/>
            <ac:spMk id="45" creationId="{8E78DEF9-01F7-308F-FDDA-4090ECD3DC66}"/>
          </ac:spMkLst>
        </pc:spChg>
        <pc:spChg chg="add mod">
          <ac:chgData name="Audo Alí Díaz Gómez" userId="7be0f7cc16a5f5a1" providerId="LiveId" clId="{9A6E0C55-2842-45C5-BDF6-AED3484DD063}" dt="2023-02-05T23:11:26.451" v="564" actId="571"/>
          <ac:spMkLst>
            <pc:docMk/>
            <pc:sldMk cId="1913357527" sldId="259"/>
            <ac:spMk id="46" creationId="{B4775861-D66E-7E97-35D5-9659181AEFFB}"/>
          </ac:spMkLst>
        </pc:spChg>
        <pc:spChg chg="add mod">
          <ac:chgData name="Audo Alí Díaz Gómez" userId="7be0f7cc16a5f5a1" providerId="LiveId" clId="{9A6E0C55-2842-45C5-BDF6-AED3484DD063}" dt="2023-02-05T23:11:26.451" v="564" actId="571"/>
          <ac:spMkLst>
            <pc:docMk/>
            <pc:sldMk cId="1913357527" sldId="259"/>
            <ac:spMk id="47" creationId="{DFC69F5F-9091-862D-5B47-8B2AEE4ADC5B}"/>
          </ac:spMkLst>
        </pc:spChg>
        <pc:spChg chg="add mod">
          <ac:chgData name="Audo Alí Díaz Gómez" userId="7be0f7cc16a5f5a1" providerId="LiveId" clId="{9A6E0C55-2842-45C5-BDF6-AED3484DD063}" dt="2023-02-05T23:11:26.451" v="564" actId="571"/>
          <ac:spMkLst>
            <pc:docMk/>
            <pc:sldMk cId="1913357527" sldId="259"/>
            <ac:spMk id="48" creationId="{5EDFFA72-96F1-977A-7341-5442B240AB41}"/>
          </ac:spMkLst>
        </pc:spChg>
        <pc:spChg chg="add mod">
          <ac:chgData name="Audo Alí Díaz Gómez" userId="7be0f7cc16a5f5a1" providerId="LiveId" clId="{9A6E0C55-2842-45C5-BDF6-AED3484DD063}" dt="2023-02-05T23:11:26.451" v="564" actId="571"/>
          <ac:spMkLst>
            <pc:docMk/>
            <pc:sldMk cId="1913357527" sldId="259"/>
            <ac:spMk id="49" creationId="{A962BE4B-9A51-9247-F716-5F6974ED9D67}"/>
          </ac:spMkLst>
        </pc:spChg>
        <pc:spChg chg="add mod">
          <ac:chgData name="Audo Alí Díaz Gómez" userId="7be0f7cc16a5f5a1" providerId="LiveId" clId="{9A6E0C55-2842-45C5-BDF6-AED3484DD063}" dt="2023-02-05T23:11:26.451" v="564" actId="571"/>
          <ac:spMkLst>
            <pc:docMk/>
            <pc:sldMk cId="1913357527" sldId="259"/>
            <ac:spMk id="50" creationId="{790E8801-9776-DA7C-3C4E-1F6DE4046DD2}"/>
          </ac:spMkLst>
        </pc:spChg>
        <pc:spChg chg="add mod">
          <ac:chgData name="Audo Alí Díaz Gómez" userId="7be0f7cc16a5f5a1" providerId="LiveId" clId="{9A6E0C55-2842-45C5-BDF6-AED3484DD063}" dt="2023-02-05T23:11:42.238" v="577" actId="571"/>
          <ac:spMkLst>
            <pc:docMk/>
            <pc:sldMk cId="1913357527" sldId="259"/>
            <ac:spMk id="54" creationId="{22752772-520B-D445-280F-0EFB1C4F3024}"/>
          </ac:spMkLst>
        </pc:spChg>
        <pc:spChg chg="add mod">
          <ac:chgData name="Audo Alí Díaz Gómez" userId="7be0f7cc16a5f5a1" providerId="LiveId" clId="{9A6E0C55-2842-45C5-BDF6-AED3484DD063}" dt="2023-02-05T23:11:42.238" v="577" actId="571"/>
          <ac:spMkLst>
            <pc:docMk/>
            <pc:sldMk cId="1913357527" sldId="259"/>
            <ac:spMk id="55" creationId="{81BD68AC-1BC5-5D8C-CB10-DBBEB03D7E47}"/>
          </ac:spMkLst>
        </pc:spChg>
        <pc:spChg chg="add mod">
          <ac:chgData name="Audo Alí Díaz Gómez" userId="7be0f7cc16a5f5a1" providerId="LiveId" clId="{9A6E0C55-2842-45C5-BDF6-AED3484DD063}" dt="2023-02-05T23:11:42.238" v="577" actId="571"/>
          <ac:spMkLst>
            <pc:docMk/>
            <pc:sldMk cId="1913357527" sldId="259"/>
            <ac:spMk id="56" creationId="{C9382406-C63D-4C21-1C5D-69CE35720B66}"/>
          </ac:spMkLst>
        </pc:spChg>
        <pc:spChg chg="add mod">
          <ac:chgData name="Audo Alí Díaz Gómez" userId="7be0f7cc16a5f5a1" providerId="LiveId" clId="{9A6E0C55-2842-45C5-BDF6-AED3484DD063}" dt="2023-02-05T23:11:42.238" v="577" actId="571"/>
          <ac:spMkLst>
            <pc:docMk/>
            <pc:sldMk cId="1913357527" sldId="259"/>
            <ac:spMk id="57" creationId="{E0C5F695-3CE0-EECA-1354-5C161F349084}"/>
          </ac:spMkLst>
        </pc:spChg>
        <pc:spChg chg="add mod">
          <ac:chgData name="Audo Alí Díaz Gómez" userId="7be0f7cc16a5f5a1" providerId="LiveId" clId="{9A6E0C55-2842-45C5-BDF6-AED3484DD063}" dt="2023-02-05T23:11:42.238" v="577" actId="571"/>
          <ac:spMkLst>
            <pc:docMk/>
            <pc:sldMk cId="1913357527" sldId="259"/>
            <ac:spMk id="58" creationId="{1D2F84A2-B1AE-C149-F3C6-F9CC50E96368}"/>
          </ac:spMkLst>
        </pc:spChg>
        <pc:spChg chg="add mod">
          <ac:chgData name="Audo Alí Díaz Gómez" userId="7be0f7cc16a5f5a1" providerId="LiveId" clId="{9A6E0C55-2842-45C5-BDF6-AED3484DD063}" dt="2023-02-05T23:11:42.238" v="577" actId="571"/>
          <ac:spMkLst>
            <pc:docMk/>
            <pc:sldMk cId="1913357527" sldId="259"/>
            <ac:spMk id="59" creationId="{5AF75EFE-8F2D-5261-5D84-F31CD90F30B4}"/>
          </ac:spMkLst>
        </pc:spChg>
        <pc:spChg chg="add mod">
          <ac:chgData name="Audo Alí Díaz Gómez" userId="7be0f7cc16a5f5a1" providerId="LiveId" clId="{9A6E0C55-2842-45C5-BDF6-AED3484DD063}" dt="2023-02-05T23:12:01.917" v="581" actId="207"/>
          <ac:spMkLst>
            <pc:docMk/>
            <pc:sldMk cId="1913357527" sldId="259"/>
            <ac:spMk id="60" creationId="{F1253E14-C74B-7832-D1DB-8CF357688F65}"/>
          </ac:spMkLst>
        </pc:spChg>
        <pc:spChg chg="add mod">
          <ac:chgData name="Audo Alí Díaz Gómez" userId="7be0f7cc16a5f5a1" providerId="LiveId" clId="{9A6E0C55-2842-45C5-BDF6-AED3484DD063}" dt="2023-02-05T23:11:46.786" v="578" actId="571"/>
          <ac:spMkLst>
            <pc:docMk/>
            <pc:sldMk cId="1913357527" sldId="259"/>
            <ac:spMk id="61" creationId="{C267EEB7-DBC7-F17E-B3F9-752716DA5C47}"/>
          </ac:spMkLst>
        </pc:spChg>
        <pc:spChg chg="add mod">
          <ac:chgData name="Audo Alí Díaz Gómez" userId="7be0f7cc16a5f5a1" providerId="LiveId" clId="{9A6E0C55-2842-45C5-BDF6-AED3484DD063}" dt="2023-02-05T23:11:46.786" v="578" actId="571"/>
          <ac:spMkLst>
            <pc:docMk/>
            <pc:sldMk cId="1913357527" sldId="259"/>
            <ac:spMk id="62" creationId="{8A8AC059-6E0C-7DA6-8BFB-8B3E6436FC30}"/>
          </ac:spMkLst>
        </pc:spChg>
        <pc:spChg chg="add mod">
          <ac:chgData name="Audo Alí Díaz Gómez" userId="7be0f7cc16a5f5a1" providerId="LiveId" clId="{9A6E0C55-2842-45C5-BDF6-AED3484DD063}" dt="2023-02-05T23:11:46.786" v="578" actId="571"/>
          <ac:spMkLst>
            <pc:docMk/>
            <pc:sldMk cId="1913357527" sldId="259"/>
            <ac:spMk id="63" creationId="{F0ED562B-BE19-032B-FBC8-52719ED441D9}"/>
          </ac:spMkLst>
        </pc:spChg>
        <pc:spChg chg="add mod">
          <ac:chgData name="Audo Alí Díaz Gómez" userId="7be0f7cc16a5f5a1" providerId="LiveId" clId="{9A6E0C55-2842-45C5-BDF6-AED3484DD063}" dt="2023-02-05T23:11:46.786" v="578" actId="571"/>
          <ac:spMkLst>
            <pc:docMk/>
            <pc:sldMk cId="1913357527" sldId="259"/>
            <ac:spMk id="64" creationId="{5DF5288B-9DF4-C06B-07E9-22B3BB2D64DD}"/>
          </ac:spMkLst>
        </pc:spChg>
        <pc:spChg chg="add mod">
          <ac:chgData name="Audo Alí Díaz Gómez" userId="7be0f7cc16a5f5a1" providerId="LiveId" clId="{9A6E0C55-2842-45C5-BDF6-AED3484DD063}" dt="2023-02-05T23:11:46.786" v="578" actId="571"/>
          <ac:spMkLst>
            <pc:docMk/>
            <pc:sldMk cId="1913357527" sldId="259"/>
            <ac:spMk id="65" creationId="{9A7F9377-2FE1-B964-5200-5900C753B651}"/>
          </ac:spMkLst>
        </pc:spChg>
        <pc:cxnChg chg="add mod">
          <ac:chgData name="Audo Alí Díaz Gómez" userId="7be0f7cc16a5f5a1" providerId="LiveId" clId="{9A6E0C55-2842-45C5-BDF6-AED3484DD063}" dt="2023-02-05T23:08:05.253" v="511" actId="14100"/>
          <ac:cxnSpMkLst>
            <pc:docMk/>
            <pc:sldMk cId="1913357527" sldId="259"/>
            <ac:cxnSpMk id="8" creationId="{90C0F323-C9D9-68BF-7852-B746602FBDC7}"/>
          </ac:cxnSpMkLst>
        </pc:cxnChg>
        <pc:cxnChg chg="add mod">
          <ac:chgData name="Audo Alí Díaz Gómez" userId="7be0f7cc16a5f5a1" providerId="LiveId" clId="{9A6E0C55-2842-45C5-BDF6-AED3484DD063}" dt="2023-02-05T23:11:38.666" v="576" actId="14100"/>
          <ac:cxnSpMkLst>
            <pc:docMk/>
            <pc:sldMk cId="1913357527" sldId="259"/>
            <ac:cxnSpMk id="14" creationId="{79C69E9F-3D09-05E8-EE44-F4F9170ABE5C}"/>
          </ac:cxnSpMkLst>
        </pc:cxnChg>
        <pc:cxnChg chg="add mod">
          <ac:chgData name="Audo Alí Díaz Gómez" userId="7be0f7cc16a5f5a1" providerId="LiveId" clId="{9A6E0C55-2842-45C5-BDF6-AED3484DD063}" dt="2023-02-05T23:11:01.454" v="558" actId="14100"/>
          <ac:cxnSpMkLst>
            <pc:docMk/>
            <pc:sldMk cId="1913357527" sldId="259"/>
            <ac:cxnSpMk id="28" creationId="{7D550AC7-0425-4A65-3BCE-B716EA0A0898}"/>
          </ac:cxnSpMkLst>
        </pc:cxnChg>
        <pc:cxnChg chg="add mod">
          <ac:chgData name="Audo Alí Díaz Gómez" userId="7be0f7cc16a5f5a1" providerId="LiveId" clId="{9A6E0C55-2842-45C5-BDF6-AED3484DD063}" dt="2023-02-05T23:10:59.226" v="557" actId="14100"/>
          <ac:cxnSpMkLst>
            <pc:docMk/>
            <pc:sldMk cId="1913357527" sldId="259"/>
            <ac:cxnSpMk id="30" creationId="{4404F9F0-EBF0-97B7-6B55-96EC169224E3}"/>
          </ac:cxnSpMkLst>
        </pc:cxnChg>
        <pc:cxnChg chg="add mod">
          <ac:chgData name="Audo Alí Díaz Gómez" userId="7be0f7cc16a5f5a1" providerId="LiveId" clId="{9A6E0C55-2842-45C5-BDF6-AED3484DD063}" dt="2023-02-05T23:11:14.071" v="560" actId="208"/>
          <ac:cxnSpMkLst>
            <pc:docMk/>
            <pc:sldMk cId="1913357527" sldId="259"/>
            <ac:cxnSpMk id="34" creationId="{C234339F-0073-A319-A962-6739C3D250F6}"/>
          </ac:cxnSpMkLst>
        </pc:cxnChg>
      </pc:sldChg>
      <pc:sldChg chg="addSp delSp modSp add mod">
        <pc:chgData name="Audo Alí Díaz Gómez" userId="7be0f7cc16a5f5a1" providerId="LiveId" clId="{9A6E0C55-2842-45C5-BDF6-AED3484DD063}" dt="2023-02-05T23:16:16.579" v="695" actId="20577"/>
        <pc:sldMkLst>
          <pc:docMk/>
          <pc:sldMk cId="866080517" sldId="372"/>
        </pc:sldMkLst>
        <pc:spChg chg="mod">
          <ac:chgData name="Audo Alí Díaz Gómez" userId="7be0f7cc16a5f5a1" providerId="LiveId" clId="{9A6E0C55-2842-45C5-BDF6-AED3484DD063}" dt="2023-02-05T23:16:16.579" v="695" actId="20577"/>
          <ac:spMkLst>
            <pc:docMk/>
            <pc:sldMk cId="866080517" sldId="372"/>
            <ac:spMk id="2" creationId="{F3038A3E-D4FF-F048-996C-39F969F7EED4}"/>
          </ac:spMkLst>
        </pc:spChg>
        <pc:spChg chg="mod">
          <ac:chgData name="Audo Alí Díaz Gómez" userId="7be0f7cc16a5f5a1" providerId="LiveId" clId="{9A6E0C55-2842-45C5-BDF6-AED3484DD063}" dt="2023-02-05T23:07:14.076" v="500" actId="27636"/>
          <ac:spMkLst>
            <pc:docMk/>
            <pc:sldMk cId="866080517" sldId="372"/>
            <ac:spMk id="3" creationId="{B0A4CB58-67A4-E04F-8046-8E43D0DF01CA}"/>
          </ac:spMkLst>
        </pc:spChg>
        <pc:spChg chg="add del">
          <ac:chgData name="Audo Alí Díaz Gómez" userId="7be0f7cc16a5f5a1" providerId="LiveId" clId="{9A6E0C55-2842-45C5-BDF6-AED3484DD063}" dt="2023-02-05T22:04:05.482" v="429"/>
          <ac:spMkLst>
            <pc:docMk/>
            <pc:sldMk cId="866080517" sldId="372"/>
            <ac:spMk id="4" creationId="{8369235F-5818-ECF3-D45D-4D8005246C90}"/>
          </ac:spMkLst>
        </pc:spChg>
        <pc:spChg chg="del">
          <ac:chgData name="Audo Alí Díaz Gómez" userId="7be0f7cc16a5f5a1" providerId="LiveId" clId="{9A6E0C55-2842-45C5-BDF6-AED3484DD063}" dt="2023-02-05T21:58:16.445" v="129" actId="478"/>
          <ac:spMkLst>
            <pc:docMk/>
            <pc:sldMk cId="866080517" sldId="372"/>
            <ac:spMk id="5" creationId="{C0081586-1B92-60FF-1DF8-DA0C78A9FAF1}"/>
          </ac:spMkLst>
        </pc:spChg>
        <pc:spChg chg="del">
          <ac:chgData name="Audo Alí Díaz Gómez" userId="7be0f7cc16a5f5a1" providerId="LiveId" clId="{9A6E0C55-2842-45C5-BDF6-AED3484DD063}" dt="2023-02-05T21:58:16.445" v="129" actId="478"/>
          <ac:spMkLst>
            <pc:docMk/>
            <pc:sldMk cId="866080517" sldId="372"/>
            <ac:spMk id="6" creationId="{F63EBB59-BD03-4508-9335-F596B637453F}"/>
          </ac:spMkLst>
        </pc:spChg>
        <pc:spChg chg="del">
          <ac:chgData name="Audo Alí Díaz Gómez" userId="7be0f7cc16a5f5a1" providerId="LiveId" clId="{9A6E0C55-2842-45C5-BDF6-AED3484DD063}" dt="2023-02-05T21:58:16.445" v="129" actId="478"/>
          <ac:spMkLst>
            <pc:docMk/>
            <pc:sldMk cId="866080517" sldId="372"/>
            <ac:spMk id="7" creationId="{84EB52AA-CB0A-F25D-95CB-29D7EA4ABB66}"/>
          </ac:spMkLst>
        </pc:spChg>
        <pc:spChg chg="del">
          <ac:chgData name="Audo Alí Díaz Gómez" userId="7be0f7cc16a5f5a1" providerId="LiveId" clId="{9A6E0C55-2842-45C5-BDF6-AED3484DD063}" dt="2023-02-05T21:58:16.445" v="129" actId="478"/>
          <ac:spMkLst>
            <pc:docMk/>
            <pc:sldMk cId="866080517" sldId="372"/>
            <ac:spMk id="9" creationId="{57420DAE-8443-45CD-8000-6BC9AA220670}"/>
          </ac:spMkLst>
        </pc:spChg>
        <pc:spChg chg="del">
          <ac:chgData name="Audo Alí Díaz Gómez" userId="7be0f7cc16a5f5a1" providerId="LiveId" clId="{9A6E0C55-2842-45C5-BDF6-AED3484DD063}" dt="2023-02-05T21:58:16.445" v="129" actId="478"/>
          <ac:spMkLst>
            <pc:docMk/>
            <pc:sldMk cId="866080517" sldId="372"/>
            <ac:spMk id="10" creationId="{7F6850C8-A911-F60B-3CAD-4FAA5CF8F512}"/>
          </ac:spMkLst>
        </pc:spChg>
        <pc:spChg chg="del">
          <ac:chgData name="Audo Alí Díaz Gómez" userId="7be0f7cc16a5f5a1" providerId="LiveId" clId="{9A6E0C55-2842-45C5-BDF6-AED3484DD063}" dt="2023-02-05T21:58:16.445" v="129" actId="478"/>
          <ac:spMkLst>
            <pc:docMk/>
            <pc:sldMk cId="866080517" sldId="372"/>
            <ac:spMk id="11" creationId="{EC4E4BD7-D556-B0C0-0B15-F0EB0BCA163B}"/>
          </ac:spMkLst>
        </pc:spChg>
        <pc:spChg chg="del">
          <ac:chgData name="Audo Alí Díaz Gómez" userId="7be0f7cc16a5f5a1" providerId="LiveId" clId="{9A6E0C55-2842-45C5-BDF6-AED3484DD063}" dt="2023-02-05T21:58:16.445" v="129" actId="478"/>
          <ac:spMkLst>
            <pc:docMk/>
            <pc:sldMk cId="866080517" sldId="372"/>
            <ac:spMk id="12" creationId="{31D896D9-6F32-646D-B4CF-EF55443C6EA7}"/>
          </ac:spMkLst>
        </pc:spChg>
        <pc:spChg chg="del">
          <ac:chgData name="Audo Alí Díaz Gómez" userId="7be0f7cc16a5f5a1" providerId="LiveId" clId="{9A6E0C55-2842-45C5-BDF6-AED3484DD063}" dt="2023-02-05T21:58:16.445" v="129" actId="478"/>
          <ac:spMkLst>
            <pc:docMk/>
            <pc:sldMk cId="866080517" sldId="372"/>
            <ac:spMk id="13" creationId="{1810D820-2F42-72ED-01E1-5FAAF8D2AFFD}"/>
          </ac:spMkLst>
        </pc:spChg>
        <pc:spChg chg="del">
          <ac:chgData name="Audo Alí Díaz Gómez" userId="7be0f7cc16a5f5a1" providerId="LiveId" clId="{9A6E0C55-2842-45C5-BDF6-AED3484DD063}" dt="2023-02-05T21:58:16.445" v="129" actId="478"/>
          <ac:spMkLst>
            <pc:docMk/>
            <pc:sldMk cId="866080517" sldId="372"/>
            <ac:spMk id="15" creationId="{0936A656-1D26-AABA-AF82-FC5F24839494}"/>
          </ac:spMkLst>
        </pc:spChg>
        <pc:spChg chg="del">
          <ac:chgData name="Audo Alí Díaz Gómez" userId="7be0f7cc16a5f5a1" providerId="LiveId" clId="{9A6E0C55-2842-45C5-BDF6-AED3484DD063}" dt="2023-02-05T21:58:16.445" v="129" actId="478"/>
          <ac:spMkLst>
            <pc:docMk/>
            <pc:sldMk cId="866080517" sldId="372"/>
            <ac:spMk id="16" creationId="{8F0FE6C2-D276-50A6-EB87-8D908D9334F0}"/>
          </ac:spMkLst>
        </pc:spChg>
        <pc:spChg chg="del">
          <ac:chgData name="Audo Alí Díaz Gómez" userId="7be0f7cc16a5f5a1" providerId="LiveId" clId="{9A6E0C55-2842-45C5-BDF6-AED3484DD063}" dt="2023-02-05T21:58:16.445" v="129" actId="478"/>
          <ac:spMkLst>
            <pc:docMk/>
            <pc:sldMk cId="866080517" sldId="372"/>
            <ac:spMk id="17" creationId="{74E2A7B5-EEFD-5F92-A704-5CD9A8B4D159}"/>
          </ac:spMkLst>
        </pc:spChg>
        <pc:spChg chg="del">
          <ac:chgData name="Audo Alí Díaz Gómez" userId="7be0f7cc16a5f5a1" providerId="LiveId" clId="{9A6E0C55-2842-45C5-BDF6-AED3484DD063}" dt="2023-02-05T21:58:16.445" v="129" actId="478"/>
          <ac:spMkLst>
            <pc:docMk/>
            <pc:sldMk cId="866080517" sldId="372"/>
            <ac:spMk id="18" creationId="{715D85E1-327E-AAB5-B6D5-17E380052A2D}"/>
          </ac:spMkLst>
        </pc:spChg>
        <pc:spChg chg="del">
          <ac:chgData name="Audo Alí Díaz Gómez" userId="7be0f7cc16a5f5a1" providerId="LiveId" clId="{9A6E0C55-2842-45C5-BDF6-AED3484DD063}" dt="2023-02-05T21:58:16.445" v="129" actId="478"/>
          <ac:spMkLst>
            <pc:docMk/>
            <pc:sldMk cId="866080517" sldId="372"/>
            <ac:spMk id="19" creationId="{D319133E-47D6-B5A4-8E4D-0584689F7C30}"/>
          </ac:spMkLst>
        </pc:spChg>
        <pc:spChg chg="del">
          <ac:chgData name="Audo Alí Díaz Gómez" userId="7be0f7cc16a5f5a1" providerId="LiveId" clId="{9A6E0C55-2842-45C5-BDF6-AED3484DD063}" dt="2023-02-05T21:58:16.445" v="129" actId="478"/>
          <ac:spMkLst>
            <pc:docMk/>
            <pc:sldMk cId="866080517" sldId="372"/>
            <ac:spMk id="21" creationId="{4EAA3A69-FD8E-FEF9-647B-5F42A8AB35AA}"/>
          </ac:spMkLst>
        </pc:spChg>
        <pc:spChg chg="del">
          <ac:chgData name="Audo Alí Díaz Gómez" userId="7be0f7cc16a5f5a1" providerId="LiveId" clId="{9A6E0C55-2842-45C5-BDF6-AED3484DD063}" dt="2023-02-05T21:58:16.445" v="129" actId="478"/>
          <ac:spMkLst>
            <pc:docMk/>
            <pc:sldMk cId="866080517" sldId="372"/>
            <ac:spMk id="22" creationId="{C6CDB1B4-4510-6B02-A176-62CBAFADA4D4}"/>
          </ac:spMkLst>
        </pc:spChg>
        <pc:spChg chg="del">
          <ac:chgData name="Audo Alí Díaz Gómez" userId="7be0f7cc16a5f5a1" providerId="LiveId" clId="{9A6E0C55-2842-45C5-BDF6-AED3484DD063}" dt="2023-02-05T21:58:16.445" v="129" actId="478"/>
          <ac:spMkLst>
            <pc:docMk/>
            <pc:sldMk cId="866080517" sldId="372"/>
            <ac:spMk id="24" creationId="{902FE344-E230-DD8F-16C7-C2E0ED705E9B}"/>
          </ac:spMkLst>
        </pc:spChg>
      </pc:sldChg>
      <pc:sldChg chg="modSp add mod ord">
        <pc:chgData name="Audo Alí Díaz Gómez" userId="7be0f7cc16a5f5a1" providerId="LiveId" clId="{9A6E0C55-2842-45C5-BDF6-AED3484DD063}" dt="2023-02-05T23:16:13.953" v="694" actId="20577"/>
        <pc:sldMkLst>
          <pc:docMk/>
          <pc:sldMk cId="1897437792" sldId="373"/>
        </pc:sldMkLst>
        <pc:spChg chg="mod">
          <ac:chgData name="Audo Alí Díaz Gómez" userId="7be0f7cc16a5f5a1" providerId="LiveId" clId="{9A6E0C55-2842-45C5-BDF6-AED3484DD063}" dt="2023-02-05T23:16:13.953" v="694" actId="20577"/>
          <ac:spMkLst>
            <pc:docMk/>
            <pc:sldMk cId="1897437792" sldId="373"/>
            <ac:spMk id="2" creationId="{F3038A3E-D4FF-F048-996C-39F969F7EED4}"/>
          </ac:spMkLst>
        </pc:spChg>
        <pc:spChg chg="mod">
          <ac:chgData name="Audo Alí Díaz Gómez" userId="7be0f7cc16a5f5a1" providerId="LiveId" clId="{9A6E0C55-2842-45C5-BDF6-AED3484DD063}" dt="2023-02-05T23:15:48.119" v="693" actId="404"/>
          <ac:spMkLst>
            <pc:docMk/>
            <pc:sldMk cId="1897437792" sldId="373"/>
            <ac:spMk id="3" creationId="{B0A4CB58-67A4-E04F-8046-8E43D0DF01CA}"/>
          </ac:spMkLst>
        </pc:spChg>
      </pc:sldChg>
      <pc:sldChg chg="new del">
        <pc:chgData name="Audo Alí Díaz Gómez" userId="7be0f7cc16a5f5a1" providerId="LiveId" clId="{9A6E0C55-2842-45C5-BDF6-AED3484DD063}" dt="2023-02-05T23:13:30.969" v="636" actId="680"/>
        <pc:sldMkLst>
          <pc:docMk/>
          <pc:sldMk cId="3278320015" sldId="374"/>
        </pc:sldMkLst>
      </pc:sldChg>
    </pc:docChg>
  </pc:docChgLst>
  <pc:docChgLst>
    <pc:chgData name="Audo Alí Díaz Gómez" userId="7be0f7cc16a5f5a1" providerId="LiveId" clId="{A49D3A36-622B-4E28-BC2A-BC2923F7A4AB}"/>
    <pc:docChg chg="undo redo custSel addSld modSld">
      <pc:chgData name="Audo Alí Díaz Gómez" userId="7be0f7cc16a5f5a1" providerId="LiveId" clId="{A49D3A36-622B-4E28-BC2A-BC2923F7A4AB}" dt="2023-01-29T20:52:43.444" v="481" actId="14100"/>
      <pc:docMkLst>
        <pc:docMk/>
      </pc:docMkLst>
      <pc:sldChg chg="modSp mod">
        <pc:chgData name="Audo Alí Díaz Gómez" userId="7be0f7cc16a5f5a1" providerId="LiveId" clId="{A49D3A36-622B-4E28-BC2A-BC2923F7A4AB}" dt="2023-01-29T20:42:56.730" v="69" actId="20577"/>
        <pc:sldMkLst>
          <pc:docMk/>
          <pc:sldMk cId="1913357527" sldId="259"/>
        </pc:sldMkLst>
        <pc:spChg chg="mod">
          <ac:chgData name="Audo Alí Díaz Gómez" userId="7be0f7cc16a5f5a1" providerId="LiveId" clId="{A49D3A36-622B-4E28-BC2A-BC2923F7A4AB}" dt="2023-01-29T20:42:56.730" v="69" actId="20577"/>
          <ac:spMkLst>
            <pc:docMk/>
            <pc:sldMk cId="1913357527" sldId="259"/>
            <ac:spMk id="2" creationId="{F3038A3E-D4FF-F048-996C-39F969F7EED4}"/>
          </ac:spMkLst>
        </pc:spChg>
      </pc:sldChg>
      <pc:sldChg chg="addSp delSp modSp add mod">
        <pc:chgData name="Audo Alí Díaz Gómez" userId="7be0f7cc16a5f5a1" providerId="LiveId" clId="{A49D3A36-622B-4E28-BC2A-BC2923F7A4AB}" dt="2023-01-29T20:52:43.444" v="481" actId="14100"/>
        <pc:sldMkLst>
          <pc:docMk/>
          <pc:sldMk cId="3452022949" sldId="372"/>
        </pc:sldMkLst>
        <pc:spChg chg="mod">
          <ac:chgData name="Audo Alí Díaz Gómez" userId="7be0f7cc16a5f5a1" providerId="LiveId" clId="{A49D3A36-622B-4E28-BC2A-BC2923F7A4AB}" dt="2023-01-29T20:42:54.522" v="68" actId="20577"/>
          <ac:spMkLst>
            <pc:docMk/>
            <pc:sldMk cId="3452022949" sldId="372"/>
            <ac:spMk id="2" creationId="{F3038A3E-D4FF-F048-996C-39F969F7EED4}"/>
          </ac:spMkLst>
        </pc:spChg>
        <pc:spChg chg="mod">
          <ac:chgData name="Audo Alí Díaz Gómez" userId="7be0f7cc16a5f5a1" providerId="LiveId" clId="{A49D3A36-622B-4E28-BC2A-BC2923F7A4AB}" dt="2023-01-29T20:51:47.862" v="455" actId="20577"/>
          <ac:spMkLst>
            <pc:docMk/>
            <pc:sldMk cId="3452022949" sldId="372"/>
            <ac:spMk id="3" creationId="{B0A4CB58-67A4-E04F-8046-8E43D0DF01CA}"/>
          </ac:spMkLst>
        </pc:spChg>
        <pc:spChg chg="add del mod">
          <ac:chgData name="Audo Alí Díaz Gómez" userId="7be0f7cc16a5f5a1" providerId="LiveId" clId="{A49D3A36-622B-4E28-BC2A-BC2923F7A4AB}" dt="2023-01-29T20:47:03.192" v="364" actId="21"/>
          <ac:spMkLst>
            <pc:docMk/>
            <pc:sldMk cId="3452022949" sldId="372"/>
            <ac:spMk id="5" creationId="{16E0DD1C-B119-B96F-D951-25498231E73A}"/>
          </ac:spMkLst>
        </pc:spChg>
        <pc:spChg chg="mod">
          <ac:chgData name="Audo Alí Díaz Gómez" userId="7be0f7cc16a5f5a1" providerId="LiveId" clId="{A49D3A36-622B-4E28-BC2A-BC2923F7A4AB}" dt="2023-01-29T20:46:36.077" v="357" actId="14100"/>
          <ac:spMkLst>
            <pc:docMk/>
            <pc:sldMk cId="3452022949" sldId="372"/>
            <ac:spMk id="6" creationId="{F63EBB59-BD03-4508-9335-F596B637453F}"/>
          </ac:spMkLst>
        </pc:spChg>
        <pc:spChg chg="del">
          <ac:chgData name="Audo Alí Díaz Gómez" userId="7be0f7cc16a5f5a1" providerId="LiveId" clId="{A49D3A36-622B-4E28-BC2A-BC2923F7A4AB}" dt="2023-01-29T20:42:32.260" v="62" actId="21"/>
          <ac:spMkLst>
            <pc:docMk/>
            <pc:sldMk cId="3452022949" sldId="372"/>
            <ac:spMk id="9" creationId="{57420DAE-8443-45CD-8000-6BC9AA220670}"/>
          </ac:spMkLst>
        </pc:spChg>
        <pc:spChg chg="add del">
          <ac:chgData name="Audo Alí Díaz Gómez" userId="7be0f7cc16a5f5a1" providerId="LiveId" clId="{A49D3A36-622B-4E28-BC2A-BC2923F7A4AB}" dt="2023-01-29T20:50:05.002" v="425" actId="11529"/>
          <ac:spMkLst>
            <pc:docMk/>
            <pc:sldMk cId="3452022949" sldId="372"/>
            <ac:spMk id="16" creationId="{8B826063-7DF5-461B-E687-3A54E9743A70}"/>
          </ac:spMkLst>
        </pc:spChg>
        <pc:spChg chg="add del">
          <ac:chgData name="Audo Alí Díaz Gómez" userId="7be0f7cc16a5f5a1" providerId="LiveId" clId="{A49D3A36-622B-4E28-BC2A-BC2923F7A4AB}" dt="2023-01-29T20:50:16.445" v="427" actId="11529"/>
          <ac:spMkLst>
            <pc:docMk/>
            <pc:sldMk cId="3452022949" sldId="372"/>
            <ac:spMk id="17" creationId="{5E19CA7B-4366-1FEC-2D53-297C1870ECFE}"/>
          </ac:spMkLst>
        </pc:spChg>
        <pc:spChg chg="add mod">
          <ac:chgData name="Audo Alí Díaz Gómez" userId="7be0f7cc16a5f5a1" providerId="LiveId" clId="{A49D3A36-622B-4E28-BC2A-BC2923F7A4AB}" dt="2023-01-29T20:52:32.046" v="474" actId="1038"/>
          <ac:spMkLst>
            <pc:docMk/>
            <pc:sldMk cId="3452022949" sldId="372"/>
            <ac:spMk id="18" creationId="{6F8A9FA4-CAC9-A963-31D5-A56F5568BDEF}"/>
          </ac:spMkLst>
        </pc:spChg>
        <pc:picChg chg="mod">
          <ac:chgData name="Audo Alí Díaz Gómez" userId="7be0f7cc16a5f5a1" providerId="LiveId" clId="{A49D3A36-622B-4E28-BC2A-BC2923F7A4AB}" dt="2023-01-29T20:46:24.037" v="345" actId="1076"/>
          <ac:picMkLst>
            <pc:docMk/>
            <pc:sldMk cId="3452022949" sldId="372"/>
            <ac:picMk id="1028" creationId="{5FF1FE2D-AACF-4DE9-8F29-4EEA244CEF7C}"/>
          </ac:picMkLst>
        </pc:picChg>
        <pc:cxnChg chg="del mod">
          <ac:chgData name="Audo Alí Díaz Gómez" userId="7be0f7cc16a5f5a1" providerId="LiveId" clId="{A49D3A36-622B-4E28-BC2A-BC2923F7A4AB}" dt="2023-01-29T20:40:48.523" v="10" actId="21"/>
          <ac:cxnSpMkLst>
            <pc:docMk/>
            <pc:sldMk cId="3452022949" sldId="372"/>
            <ac:cxnSpMk id="8" creationId="{DDC26664-F5A4-44B1-9686-650153101B5D}"/>
          </ac:cxnSpMkLst>
        </pc:cxnChg>
        <pc:cxnChg chg="del">
          <ac:chgData name="Audo Alí Díaz Gómez" userId="7be0f7cc16a5f5a1" providerId="LiveId" clId="{A49D3A36-622B-4E28-BC2A-BC2923F7A4AB}" dt="2023-01-29T20:40:48.005" v="9" actId="21"/>
          <ac:cxnSpMkLst>
            <pc:docMk/>
            <pc:sldMk cId="3452022949" sldId="372"/>
            <ac:cxnSpMk id="14" creationId="{9EDD31DE-1E87-462B-950C-78B1076F1363}"/>
          </ac:cxnSpMkLst>
        </pc:cxnChg>
        <pc:cxnChg chg="del">
          <ac:chgData name="Audo Alí Díaz Gómez" userId="7be0f7cc16a5f5a1" providerId="LiveId" clId="{A49D3A36-622B-4E28-BC2A-BC2923F7A4AB}" dt="2023-01-29T20:40:49.494" v="11" actId="21"/>
          <ac:cxnSpMkLst>
            <pc:docMk/>
            <pc:sldMk cId="3452022949" sldId="372"/>
            <ac:cxnSpMk id="20" creationId="{9214C750-C580-4C38-A5FC-1DF522D38835}"/>
          </ac:cxnSpMkLst>
        </pc:cxnChg>
        <pc:cxnChg chg="del">
          <ac:chgData name="Audo Alí Díaz Gómez" userId="7be0f7cc16a5f5a1" providerId="LiveId" clId="{A49D3A36-622B-4E28-BC2A-BC2923F7A4AB}" dt="2023-01-29T20:40:49.952" v="12" actId="21"/>
          <ac:cxnSpMkLst>
            <pc:docMk/>
            <pc:sldMk cId="3452022949" sldId="372"/>
            <ac:cxnSpMk id="23" creationId="{A2BC882D-3F35-4EA2-83B1-43D840BEA580}"/>
          </ac:cxnSpMkLst>
        </pc:cxnChg>
        <pc:cxnChg chg="mod">
          <ac:chgData name="Audo Alí Díaz Gómez" userId="7be0f7cc16a5f5a1" providerId="LiveId" clId="{A49D3A36-622B-4E28-BC2A-BC2923F7A4AB}" dt="2023-01-29T20:52:43.444" v="481" actId="14100"/>
          <ac:cxnSpMkLst>
            <pc:docMk/>
            <pc:sldMk cId="3452022949" sldId="372"/>
            <ac:cxnSpMk id="31" creationId="{780AD2F4-ADF6-42EE-8BF2-A725C81833A3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2A98A-1216-411D-972C-890DD43E907B}" type="datetimeFigureOut">
              <a:rPr lang="es-CO" smtClean="0"/>
              <a:t>4/04/2024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EF31E-8E8A-48DF-ADF8-D7F37F5B8EA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10829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13093-B7BD-C04B-98B2-32C5428C4F78}" type="datetimeFigureOut">
              <a:rPr lang="es-CO" smtClean="0"/>
              <a:t>4/04/2024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7A86E-7F07-3342-A0DB-E9FD7956B91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51728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13093-B7BD-C04B-98B2-32C5428C4F78}" type="datetimeFigureOut">
              <a:rPr lang="es-CO" smtClean="0"/>
              <a:t>4/04/2024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7A86E-7F07-3342-A0DB-E9FD7956B91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92548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13093-B7BD-C04B-98B2-32C5428C4F78}" type="datetimeFigureOut">
              <a:rPr lang="es-CO" smtClean="0"/>
              <a:t>4/04/2024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7A86E-7F07-3342-A0DB-E9FD7956B91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85298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13093-B7BD-C04B-98B2-32C5428C4F78}" type="datetimeFigureOut">
              <a:rPr lang="es-CO" smtClean="0"/>
              <a:t>4/04/2024</a:t>
            </a:fld>
            <a:endParaRPr lang="es-C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7A86E-7F07-3342-A0DB-E9FD7956B91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94319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13093-B7BD-C04B-98B2-32C5428C4F78}" type="datetimeFigureOut">
              <a:rPr lang="es-CO" smtClean="0"/>
              <a:t>4/04/2024</a:t>
            </a:fld>
            <a:endParaRPr lang="es-CO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7A86E-7F07-3342-A0DB-E9FD7956B91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84954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13093-B7BD-C04B-98B2-32C5428C4F78}" type="datetimeFigureOut">
              <a:rPr lang="es-CO" smtClean="0"/>
              <a:t>4/04/2024</a:t>
            </a:fld>
            <a:endParaRPr lang="es-C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7A86E-7F07-3342-A0DB-E9FD7956B91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35237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13093-B7BD-C04B-98B2-32C5428C4F78}" type="datetimeFigureOut">
              <a:rPr lang="es-CO" smtClean="0"/>
              <a:t>4/04/2024</a:t>
            </a:fld>
            <a:endParaRPr lang="es-CO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7A86E-7F07-3342-A0DB-E9FD7956B91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12350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13093-B7BD-C04B-98B2-32C5428C4F78}" type="datetimeFigureOut">
              <a:rPr lang="es-CO" smtClean="0"/>
              <a:t>4/04/2024</a:t>
            </a:fld>
            <a:endParaRPr lang="es-C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7A86E-7F07-3342-A0DB-E9FD7956B91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93062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13093-B7BD-C04B-98B2-32C5428C4F78}" type="datetimeFigureOut">
              <a:rPr lang="es-CO" smtClean="0"/>
              <a:t>4/04/2024</a:t>
            </a:fld>
            <a:endParaRPr lang="es-C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7A86E-7F07-3342-A0DB-E9FD7956B91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93603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13093-B7BD-C04B-98B2-32C5428C4F78}" type="datetimeFigureOut">
              <a:rPr lang="es-CO" smtClean="0"/>
              <a:t>4/04/2024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7A86E-7F07-3342-A0DB-E9FD7956B91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87145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13093-B7BD-C04B-98B2-32C5428C4F78}" type="datetimeFigureOut">
              <a:rPr lang="es-CO" smtClean="0"/>
              <a:t>4/04/2024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7A86E-7F07-3342-A0DB-E9FD7956B91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26896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13093-B7BD-C04B-98B2-32C5428C4F78}" type="datetimeFigureOut">
              <a:rPr lang="es-CO" smtClean="0"/>
              <a:t>4/04/2024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7A86E-7F07-3342-A0DB-E9FD7956B913}" type="slidenum">
              <a:rPr lang="es-CO" smtClean="0"/>
              <a:t>‹Nº›</a:t>
            </a:fld>
            <a:endParaRPr lang="es-CO" dirty="0"/>
          </a:p>
        </p:txBody>
      </p:sp>
      <p:pic>
        <p:nvPicPr>
          <p:cNvPr id="8" name="Imagen 7" descr="Texto&#10;&#10;Descripción generada automáticamente">
            <a:extLst>
              <a:ext uri="{FF2B5EF4-FFF2-40B4-BE49-F238E27FC236}">
                <a16:creationId xmlns:a16="http://schemas.microsoft.com/office/drawing/2014/main" id="{6E1B43EB-7910-9345-8450-41C060654A0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208722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809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ub.dev/packages/local_auth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2AC0A1-39EA-3545-BC1B-9BFD394CF4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D4237E-25EA-4F46-84BF-DF0B7CE94E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 descr="La fachada de un local comercial&#10;&#10;Descripción generada automáticamente con confianza baja">
            <a:extLst>
              <a:ext uri="{FF2B5EF4-FFF2-40B4-BE49-F238E27FC236}">
                <a16:creationId xmlns:a16="http://schemas.microsoft.com/office/drawing/2014/main" id="{296A7704-DA46-F94A-8599-8BC401220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0207"/>
            <a:ext cx="9209874" cy="706820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5A3D048-F8D5-F342-9D02-F7F051882DF2}"/>
              </a:ext>
            </a:extLst>
          </p:cNvPr>
          <p:cNvSpPr txBox="1"/>
          <p:nvPr/>
        </p:nvSpPr>
        <p:spPr>
          <a:xfrm>
            <a:off x="315311" y="5121910"/>
            <a:ext cx="7115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dirty="0">
                <a:solidFill>
                  <a:schemeClr val="bg1"/>
                </a:solidFill>
                <a:latin typeface="Montserrat Medium" pitchFamily="2" charset="77"/>
              </a:rPr>
              <a:t>Desarrollo de aplicaciones móviles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61CA86E-9A90-B74B-9C0F-F1F52F004D4D}"/>
              </a:ext>
            </a:extLst>
          </p:cNvPr>
          <p:cNvSpPr txBox="1"/>
          <p:nvPr/>
        </p:nvSpPr>
        <p:spPr>
          <a:xfrm>
            <a:off x="315310" y="5730765"/>
            <a:ext cx="49188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>
                <a:solidFill>
                  <a:schemeClr val="bg1"/>
                </a:solidFill>
                <a:latin typeface="Montserrat Medium" pitchFamily="2" charset="77"/>
              </a:rPr>
              <a:t>Ing</a:t>
            </a:r>
            <a:r>
              <a:rPr lang="es-CO" sz="2000" dirty="0">
                <a:solidFill>
                  <a:schemeClr val="bg1"/>
                </a:solidFill>
                <a:latin typeface="Montserrat Medium" pitchFamily="2" charset="77"/>
              </a:rPr>
              <a:t>. Audo Alí Díaz Gómez</a:t>
            </a:r>
          </a:p>
        </p:txBody>
      </p:sp>
    </p:spTree>
    <p:extLst>
      <p:ext uri="{BB962C8B-B14F-4D97-AF65-F5344CB8AC3E}">
        <p14:creationId xmlns:p14="http://schemas.microsoft.com/office/powerpoint/2010/main" val="1651940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38A3E-D4FF-F048-996C-39F969F7E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1291"/>
            <a:ext cx="5928904" cy="1250309"/>
          </a:xfrm>
        </p:spPr>
        <p:txBody>
          <a:bodyPr>
            <a:noAutofit/>
          </a:bodyPr>
          <a:lstStyle/>
          <a:p>
            <a:r>
              <a:rPr lang="es-ES" sz="3600">
                <a:solidFill>
                  <a:srgbClr val="000000"/>
                </a:solidFill>
                <a:latin typeface="Arial" panose="020B0604020202020204" pitchFamily="34" charset="0"/>
              </a:rPr>
              <a:t>Laboratorio 10:</a:t>
            </a:r>
            <a:br>
              <a:rPr lang="es-ES" sz="360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s-ES" sz="3600">
                <a:solidFill>
                  <a:srgbClr val="000000"/>
                </a:solidFill>
                <a:latin typeface="Arial" panose="020B0604020202020204" pitchFamily="34" charset="0"/>
              </a:rPr>
              <a:t>Login con datos biométricos</a:t>
            </a:r>
            <a:endParaRPr lang="es-CO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A4CB58-67A4-E04F-8046-8E43D0DF0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1625"/>
            <a:ext cx="7959089" cy="42282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CO" sz="1800" b="1" dirty="0"/>
              <a:t>Descripción del quiz.</a:t>
            </a:r>
          </a:p>
          <a:p>
            <a:pPr marL="0" indent="0">
              <a:buNone/>
            </a:pPr>
            <a:r>
              <a:rPr lang="es-CO" sz="1800" dirty="0"/>
              <a:t>Construir una app que permita al usuario realizar </a:t>
            </a:r>
            <a:r>
              <a:rPr lang="es-CO" sz="1800" i="1" dirty="0" err="1"/>
              <a:t>login</a:t>
            </a:r>
            <a:r>
              <a:rPr lang="es-CO" sz="1800" dirty="0"/>
              <a:t> a la aplicación utilizando autenticación con los datos biométricos del dispositivo como huella o reconocimiento facial.</a:t>
            </a:r>
          </a:p>
          <a:p>
            <a:pPr marL="0" indent="0">
              <a:buNone/>
            </a:pPr>
            <a:r>
              <a:rPr lang="es-CO" sz="1800" dirty="0"/>
              <a:t>El objetivo es permitir al usuario vincular el mecanismo de autenticación biométrica de su dispositivo con los datos de </a:t>
            </a:r>
            <a:r>
              <a:rPr lang="es-CO" sz="1800" i="1" dirty="0" err="1"/>
              <a:t>login</a:t>
            </a:r>
            <a:r>
              <a:rPr lang="es-CO" sz="1800" dirty="0"/>
              <a:t> de la aplicación, de forma que el usuario pueda realizar </a:t>
            </a:r>
            <a:r>
              <a:rPr lang="es-CO" sz="1800" i="1" dirty="0" err="1"/>
              <a:t>login</a:t>
            </a:r>
            <a:r>
              <a:rPr lang="es-CO" sz="1800" dirty="0"/>
              <a:t> utilizando la huella dactilar o reconocimiento facial en futuros inicios de sesión, pero debe mantener la opción de permitir al usuario poder ingresar manualmente sus datos de acceso </a:t>
            </a:r>
            <a:r>
              <a:rPr lang="es-CO" sz="1800" i="1" dirty="0"/>
              <a:t>usuario </a:t>
            </a:r>
            <a:r>
              <a:rPr lang="es-CO" sz="1800" dirty="0"/>
              <a:t>y </a:t>
            </a:r>
            <a:r>
              <a:rPr lang="es-CO" sz="1800" i="1" dirty="0"/>
              <a:t>clave</a:t>
            </a:r>
            <a:r>
              <a:rPr lang="es-CO" sz="1800" dirty="0"/>
              <a:t>.</a:t>
            </a:r>
          </a:p>
          <a:p>
            <a:pPr marL="0" indent="0">
              <a:buNone/>
            </a:pPr>
            <a:r>
              <a:rPr lang="es-CO" sz="1800" dirty="0"/>
              <a:t>Librería sugerida: </a:t>
            </a:r>
            <a:r>
              <a:rPr lang="es-CO" sz="1800" b="0" dirty="0">
                <a:effectLst/>
                <a:hlinkClick r:id="rId2"/>
              </a:rPr>
              <a:t>https://pub.dev/packages/local_auth</a:t>
            </a:r>
            <a:endParaRPr lang="es-CO" sz="1800" b="0" dirty="0">
              <a:effectLst/>
            </a:endParaRPr>
          </a:p>
          <a:p>
            <a:pPr marL="0" indent="0">
              <a:buNone/>
            </a:pPr>
            <a:r>
              <a:rPr lang="es-CO" sz="1800" dirty="0">
                <a:solidFill>
                  <a:srgbClr val="FF0000"/>
                </a:solidFill>
              </a:rPr>
              <a:t>BACKEND: puede crear el servicio de </a:t>
            </a:r>
            <a:r>
              <a:rPr lang="es-CO" sz="1800" i="1" dirty="0" err="1">
                <a:solidFill>
                  <a:srgbClr val="FF0000"/>
                </a:solidFill>
              </a:rPr>
              <a:t>backend</a:t>
            </a:r>
            <a:r>
              <a:rPr lang="es-CO" sz="1800" i="1" dirty="0">
                <a:solidFill>
                  <a:srgbClr val="FF0000"/>
                </a:solidFill>
              </a:rPr>
              <a:t> </a:t>
            </a:r>
            <a:r>
              <a:rPr lang="es-CO" sz="1800" dirty="0">
                <a:solidFill>
                  <a:srgbClr val="FF0000"/>
                </a:solidFill>
              </a:rPr>
              <a:t>de forma libre, pero debe existir un servicio de </a:t>
            </a:r>
            <a:r>
              <a:rPr lang="es-CO" sz="1800" i="1" dirty="0" err="1">
                <a:solidFill>
                  <a:srgbClr val="FF0000"/>
                </a:solidFill>
              </a:rPr>
              <a:t>backend</a:t>
            </a:r>
            <a:r>
              <a:rPr lang="es-CO" sz="1800" i="1" dirty="0">
                <a:solidFill>
                  <a:srgbClr val="FF0000"/>
                </a:solidFill>
              </a:rPr>
              <a:t> </a:t>
            </a:r>
            <a:r>
              <a:rPr lang="es-CO" sz="1800" dirty="0">
                <a:solidFill>
                  <a:srgbClr val="FF0000"/>
                </a:solidFill>
              </a:rPr>
              <a:t>que responda a las solicitudes de </a:t>
            </a:r>
            <a:r>
              <a:rPr lang="es-CO" sz="1800" i="1" dirty="0" err="1">
                <a:solidFill>
                  <a:srgbClr val="FF0000"/>
                </a:solidFill>
              </a:rPr>
              <a:t>login</a:t>
            </a:r>
            <a:r>
              <a:rPr lang="es-CO" sz="1800" dirty="0">
                <a:solidFill>
                  <a:srgbClr val="FF0000"/>
                </a:solidFill>
              </a:rPr>
              <a:t>.</a:t>
            </a:r>
            <a:endParaRPr lang="es-CO" sz="1800" b="0" dirty="0">
              <a:solidFill>
                <a:srgbClr val="FF0000"/>
              </a:solidFill>
              <a:effectLst/>
            </a:endParaRPr>
          </a:p>
          <a:p>
            <a:pPr marL="0" indent="0">
              <a:buNone/>
            </a:pPr>
            <a:endParaRPr lang="es-CO" sz="1800" b="0" dirty="0">
              <a:effectLst/>
            </a:endParaRPr>
          </a:p>
          <a:p>
            <a:pPr marL="0" indent="0">
              <a:buNone/>
            </a:pPr>
            <a:endParaRPr lang="es-CO" sz="11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93080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38A3E-D4FF-F048-996C-39F969F7E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1291"/>
            <a:ext cx="5928904" cy="1250309"/>
          </a:xfrm>
        </p:spPr>
        <p:txBody>
          <a:bodyPr>
            <a:noAutofit/>
          </a:bodyPr>
          <a:lstStyle/>
          <a:p>
            <a:r>
              <a:rPr lang="es-ES" sz="3600">
                <a:solidFill>
                  <a:srgbClr val="000000"/>
                </a:solidFill>
                <a:latin typeface="Arial" panose="020B0604020202020204" pitchFamily="34" charset="0"/>
              </a:rPr>
              <a:t>Laboratorio 10:</a:t>
            </a:r>
            <a:br>
              <a:rPr lang="es-ES" sz="360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s-ES" sz="3600">
                <a:solidFill>
                  <a:srgbClr val="000000"/>
                </a:solidFill>
                <a:latin typeface="Arial" panose="020B0604020202020204" pitchFamily="34" charset="0"/>
              </a:rPr>
              <a:t>Login con datos biométricos</a:t>
            </a:r>
            <a:endParaRPr lang="es-CO" sz="36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8DB6229-59CC-9EC8-2491-8705B7F01919}"/>
              </a:ext>
            </a:extLst>
          </p:cNvPr>
          <p:cNvSpPr/>
          <p:nvPr/>
        </p:nvSpPr>
        <p:spPr>
          <a:xfrm>
            <a:off x="672775" y="1870840"/>
            <a:ext cx="2440867" cy="3116319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0" name="Flecha: a la derecha 79">
            <a:extLst>
              <a:ext uri="{FF2B5EF4-FFF2-40B4-BE49-F238E27FC236}">
                <a16:creationId xmlns:a16="http://schemas.microsoft.com/office/drawing/2014/main" id="{116C2EA5-EB30-0546-638B-82E4AFD4A201}"/>
              </a:ext>
            </a:extLst>
          </p:cNvPr>
          <p:cNvSpPr/>
          <p:nvPr/>
        </p:nvSpPr>
        <p:spPr>
          <a:xfrm>
            <a:off x="3203756" y="3327756"/>
            <a:ext cx="180778" cy="215544"/>
          </a:xfrm>
          <a:prstGeom prst="rightArrow">
            <a:avLst>
              <a:gd name="adj1" fmla="val 39394"/>
              <a:gd name="adj2" fmla="val 5540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3" name="Rectángulo: esquinas redondeadas 82">
            <a:extLst>
              <a:ext uri="{FF2B5EF4-FFF2-40B4-BE49-F238E27FC236}">
                <a16:creationId xmlns:a16="http://schemas.microsoft.com/office/drawing/2014/main" id="{8C67D131-18B1-F7A5-3040-EEBE9D47848E}"/>
              </a:ext>
            </a:extLst>
          </p:cNvPr>
          <p:cNvSpPr/>
          <p:nvPr/>
        </p:nvSpPr>
        <p:spPr>
          <a:xfrm>
            <a:off x="829827" y="3229268"/>
            <a:ext cx="2126763" cy="2970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Iniciar sesión</a:t>
            </a: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3F157CC6-9A41-D0BE-7E5C-33C862E74EF4}"/>
              </a:ext>
            </a:extLst>
          </p:cNvPr>
          <p:cNvSpPr txBox="1"/>
          <p:nvPr/>
        </p:nvSpPr>
        <p:spPr>
          <a:xfrm>
            <a:off x="1303945" y="1979672"/>
            <a:ext cx="1178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b="1" dirty="0">
                <a:solidFill>
                  <a:srgbClr val="FF0000"/>
                </a:solidFill>
              </a:rPr>
              <a:t>Vista </a:t>
            </a:r>
            <a:r>
              <a:rPr lang="es-CO" b="1" dirty="0" err="1">
                <a:solidFill>
                  <a:srgbClr val="FF0000"/>
                </a:solidFill>
              </a:rPr>
              <a:t>login</a:t>
            </a:r>
            <a:endParaRPr lang="es-CO" b="1" dirty="0">
              <a:solidFill>
                <a:srgbClr val="FF0000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4B6002B-FF6F-C9CC-9E7E-E4BDB87A972E}"/>
              </a:ext>
            </a:extLst>
          </p:cNvPr>
          <p:cNvSpPr/>
          <p:nvPr/>
        </p:nvSpPr>
        <p:spPr>
          <a:xfrm>
            <a:off x="829827" y="2417700"/>
            <a:ext cx="2126763" cy="29701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5AD1B04-5C44-CABD-E394-0DBBDDD7A7A1}"/>
              </a:ext>
            </a:extLst>
          </p:cNvPr>
          <p:cNvSpPr txBox="1"/>
          <p:nvPr/>
        </p:nvSpPr>
        <p:spPr>
          <a:xfrm>
            <a:off x="1478672" y="2397919"/>
            <a:ext cx="829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1600" dirty="0">
                <a:solidFill>
                  <a:schemeClr val="bg1">
                    <a:lumMod val="50000"/>
                  </a:schemeClr>
                </a:solidFill>
              </a:rPr>
              <a:t>Usuario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80824E6-3994-9A07-0E50-35F65FBAFCE8}"/>
              </a:ext>
            </a:extLst>
          </p:cNvPr>
          <p:cNvSpPr/>
          <p:nvPr/>
        </p:nvSpPr>
        <p:spPr>
          <a:xfrm>
            <a:off x="829827" y="2801635"/>
            <a:ext cx="2126763" cy="29701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2E47DCE-34B6-5445-82A5-A6A96BBAB84A}"/>
              </a:ext>
            </a:extLst>
          </p:cNvPr>
          <p:cNvSpPr txBox="1"/>
          <p:nvPr/>
        </p:nvSpPr>
        <p:spPr>
          <a:xfrm>
            <a:off x="1579148" y="2781854"/>
            <a:ext cx="6281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1600" dirty="0">
                <a:solidFill>
                  <a:schemeClr val="bg1">
                    <a:lumMod val="50000"/>
                  </a:schemeClr>
                </a:solidFill>
              </a:rPr>
              <a:t>Clave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6D09C14-5BBF-EA8A-C4C5-E48E96915518}"/>
              </a:ext>
            </a:extLst>
          </p:cNvPr>
          <p:cNvSpPr/>
          <p:nvPr/>
        </p:nvSpPr>
        <p:spPr>
          <a:xfrm>
            <a:off x="3474648" y="1870840"/>
            <a:ext cx="2440867" cy="3116319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0E1C628-80D4-4F1D-2EB7-E7B3D3A9D727}"/>
              </a:ext>
            </a:extLst>
          </p:cNvPr>
          <p:cNvSpPr/>
          <p:nvPr/>
        </p:nvSpPr>
        <p:spPr>
          <a:xfrm>
            <a:off x="3631700" y="3229268"/>
            <a:ext cx="2126763" cy="29701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Habilitar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AFA50E1-3F5F-6327-380E-C58CE2B460BE}"/>
              </a:ext>
            </a:extLst>
          </p:cNvPr>
          <p:cNvSpPr txBox="1"/>
          <p:nvPr/>
        </p:nvSpPr>
        <p:spPr>
          <a:xfrm>
            <a:off x="3618032" y="1979672"/>
            <a:ext cx="2154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b="1" dirty="0">
                <a:solidFill>
                  <a:srgbClr val="FF0000"/>
                </a:solidFill>
              </a:rPr>
              <a:t>Vista habilitar huella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04CDBBC-DE6C-64AC-ACAA-F000BDF9AE66}"/>
              </a:ext>
            </a:extLst>
          </p:cNvPr>
          <p:cNvSpPr txBox="1"/>
          <p:nvPr/>
        </p:nvSpPr>
        <p:spPr>
          <a:xfrm>
            <a:off x="3593102" y="2490043"/>
            <a:ext cx="2165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Habilitar </a:t>
            </a:r>
            <a:r>
              <a:rPr lang="es-CO" i="1" dirty="0" err="1"/>
              <a:t>login</a:t>
            </a:r>
            <a:r>
              <a:rPr lang="es-CO" dirty="0"/>
              <a:t> con datos biométricos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BE3F5DC-F1A0-DF5B-3105-2CD59CC2CD79}"/>
              </a:ext>
            </a:extLst>
          </p:cNvPr>
          <p:cNvSpPr/>
          <p:nvPr/>
        </p:nvSpPr>
        <p:spPr>
          <a:xfrm>
            <a:off x="6276521" y="1870840"/>
            <a:ext cx="2440867" cy="3116319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4421EAC-036D-7A2A-B2F2-72BC07BEF9FD}"/>
              </a:ext>
            </a:extLst>
          </p:cNvPr>
          <p:cNvSpPr/>
          <p:nvPr/>
        </p:nvSpPr>
        <p:spPr>
          <a:xfrm>
            <a:off x="6433573" y="3229268"/>
            <a:ext cx="2126763" cy="2970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Iniciar sesión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AD971C0-545A-BD58-196F-7AC6A3292F96}"/>
              </a:ext>
            </a:extLst>
          </p:cNvPr>
          <p:cNvSpPr txBox="1"/>
          <p:nvPr/>
        </p:nvSpPr>
        <p:spPr>
          <a:xfrm>
            <a:off x="6907691" y="1979672"/>
            <a:ext cx="1178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b="1" dirty="0">
                <a:solidFill>
                  <a:srgbClr val="FF0000"/>
                </a:solidFill>
              </a:rPr>
              <a:t>Vista </a:t>
            </a:r>
            <a:r>
              <a:rPr lang="es-CO" b="1" dirty="0" err="1">
                <a:solidFill>
                  <a:srgbClr val="FF0000"/>
                </a:solidFill>
              </a:rPr>
              <a:t>login</a:t>
            </a:r>
            <a:endParaRPr lang="es-CO" b="1" dirty="0">
              <a:solidFill>
                <a:srgbClr val="FF0000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75595AF-D4F0-A70D-7602-FEB1631E5149}"/>
              </a:ext>
            </a:extLst>
          </p:cNvPr>
          <p:cNvSpPr/>
          <p:nvPr/>
        </p:nvSpPr>
        <p:spPr>
          <a:xfrm>
            <a:off x="6433573" y="2417700"/>
            <a:ext cx="2126763" cy="29701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59EE0C9-31CD-742A-1CC2-5A8E3AD17914}"/>
              </a:ext>
            </a:extLst>
          </p:cNvPr>
          <p:cNvSpPr txBox="1"/>
          <p:nvPr/>
        </p:nvSpPr>
        <p:spPr>
          <a:xfrm>
            <a:off x="7082418" y="2397919"/>
            <a:ext cx="829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1600" dirty="0">
                <a:solidFill>
                  <a:schemeClr val="bg1">
                    <a:lumMod val="50000"/>
                  </a:schemeClr>
                </a:solidFill>
              </a:rPr>
              <a:t>Usuario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205D388-A9C4-80EE-61A6-81DF5502FD68}"/>
              </a:ext>
            </a:extLst>
          </p:cNvPr>
          <p:cNvSpPr/>
          <p:nvPr/>
        </p:nvSpPr>
        <p:spPr>
          <a:xfrm>
            <a:off x="6433573" y="2801635"/>
            <a:ext cx="2126763" cy="29701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682AEBF-4170-2228-B521-258A6611D12D}"/>
              </a:ext>
            </a:extLst>
          </p:cNvPr>
          <p:cNvSpPr txBox="1"/>
          <p:nvPr/>
        </p:nvSpPr>
        <p:spPr>
          <a:xfrm>
            <a:off x="7182894" y="2781854"/>
            <a:ext cx="6281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1600" dirty="0">
                <a:solidFill>
                  <a:schemeClr val="bg1">
                    <a:lumMod val="50000"/>
                  </a:schemeClr>
                </a:solidFill>
              </a:rPr>
              <a:t>Clave</a:t>
            </a:r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95731AE5-401D-9183-15BE-E0B0C3EEBEA7}"/>
              </a:ext>
            </a:extLst>
          </p:cNvPr>
          <p:cNvSpPr/>
          <p:nvPr/>
        </p:nvSpPr>
        <p:spPr>
          <a:xfrm>
            <a:off x="6029080" y="3327756"/>
            <a:ext cx="180778" cy="215544"/>
          </a:xfrm>
          <a:prstGeom prst="rightArrow">
            <a:avLst>
              <a:gd name="adj1" fmla="val 39394"/>
              <a:gd name="adj2" fmla="val 5540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6460347C-662A-4AD5-57AB-DFCD867D21F2}"/>
              </a:ext>
            </a:extLst>
          </p:cNvPr>
          <p:cNvSpPr/>
          <p:nvPr/>
        </p:nvSpPr>
        <p:spPr>
          <a:xfrm>
            <a:off x="6433573" y="3628495"/>
            <a:ext cx="2126763" cy="59107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Iniciar con datos biométricos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73DA5DB8-4AE2-DFC2-5F88-7DD422987C5D}"/>
              </a:ext>
            </a:extLst>
          </p:cNvPr>
          <p:cNvSpPr/>
          <p:nvPr/>
        </p:nvSpPr>
        <p:spPr>
          <a:xfrm>
            <a:off x="829827" y="3628495"/>
            <a:ext cx="2126763" cy="59107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05164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B6DEEE-2AF3-BE49-9EA8-038F1AA7D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9" name="Marcador de contenido 8" descr="Texto&#10;&#10;Descripción generada automáticamente">
            <a:extLst>
              <a:ext uri="{FF2B5EF4-FFF2-40B4-BE49-F238E27FC236}">
                <a16:creationId xmlns:a16="http://schemas.microsoft.com/office/drawing/2014/main" id="{7070E39A-42BD-C64C-819A-2A534F502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220718"/>
            <a:ext cx="9223568" cy="7078717"/>
          </a:xfrm>
        </p:spPr>
      </p:pic>
    </p:spTree>
    <p:extLst>
      <p:ext uri="{BB962C8B-B14F-4D97-AF65-F5344CB8AC3E}">
        <p14:creationId xmlns:p14="http://schemas.microsoft.com/office/powerpoint/2010/main" val="28503315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bfb57408-39ed-43fb-8492-4af61a98c42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D99FFDA1A37E4C92F1D65FA5060679" ma:contentTypeVersion="5" ma:contentTypeDescription="Create a new document." ma:contentTypeScope="" ma:versionID="abcaa312042398b398f2f627d98f2279">
  <xsd:schema xmlns:xsd="http://www.w3.org/2001/XMLSchema" xmlns:xs="http://www.w3.org/2001/XMLSchema" xmlns:p="http://schemas.microsoft.com/office/2006/metadata/properties" xmlns:ns2="bfb57408-39ed-43fb-8492-4af61a98c420" targetNamespace="http://schemas.microsoft.com/office/2006/metadata/properties" ma:root="true" ma:fieldsID="6586c70d95e9ba1f6f6e31c96bb5ade7" ns2:_="">
    <xsd:import namespace="bfb57408-39ed-43fb-8492-4af61a98c420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b57408-39ed-43fb-8492-4af61a98c42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749647-4405-4C84-B0B6-B9438D7780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DF52DB-050F-4456-905C-64AB7BB20CE7}">
  <ds:schemaRefs>
    <ds:schemaRef ds:uri="http://schemas.microsoft.com/office/2006/metadata/properties"/>
    <ds:schemaRef ds:uri="http://schemas.microsoft.com/office/infopath/2007/PartnerControls"/>
    <ds:schemaRef ds:uri="cd70a435-b619-415c-a856-fa83ac91e9d9"/>
    <ds:schemaRef ds:uri="491053b4-4183-496b-82ba-aa5cb2e5ba77"/>
  </ds:schemaRefs>
</ds:datastoreItem>
</file>

<file path=customXml/itemProps3.xml><?xml version="1.0" encoding="utf-8"?>
<ds:datastoreItem xmlns:ds="http://schemas.openxmlformats.org/officeDocument/2006/customXml" ds:itemID="{6DBCFEBD-EDBB-47CF-9C0E-843F9062FA68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602</TotalTime>
  <Words>187</Words>
  <Application>Microsoft Office PowerPoint</Application>
  <PresentationFormat>Presentación en pantalla (4:3)</PresentationFormat>
  <Paragraphs>21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Montserrat Medium</vt:lpstr>
      <vt:lpstr>Tema de Office</vt:lpstr>
      <vt:lpstr>Presentación de PowerPoint</vt:lpstr>
      <vt:lpstr>Laboratorio 10: Login con datos biométricos</vt:lpstr>
      <vt:lpstr>Laboratorio 10: Login con datos biométricos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Pablo Andres Mendez Merchan</dc:creator>
  <cp:lastModifiedBy>Audo Alí Díaz Gómez</cp:lastModifiedBy>
  <cp:revision>80</cp:revision>
  <dcterms:created xsi:type="dcterms:W3CDTF">2022-01-14T15:48:52Z</dcterms:created>
  <dcterms:modified xsi:type="dcterms:W3CDTF">2024-04-04T19:02:34Z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0x01010097D99FFDA1A37E4C92F1D65FA5060679</vt:lpwstr>
  </property>
  <property fmtid="{D5CDD505-2E9C-101B-9397-08002B2CF9AE}" pid="3" name="Order">
    <vt:r8>6800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